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4"/>
  </p:notesMasterIdLst>
  <p:handoutMasterIdLst>
    <p:handoutMasterId r:id="rId15"/>
  </p:handoutMasterIdLst>
  <p:sldIdLst>
    <p:sldId id="342" r:id="rId5"/>
    <p:sldId id="347" r:id="rId6"/>
    <p:sldId id="343" r:id="rId7"/>
    <p:sldId id="350" r:id="rId8"/>
    <p:sldId id="344" r:id="rId9"/>
    <p:sldId id="346" r:id="rId10"/>
    <p:sldId id="348" r:id="rId11"/>
    <p:sldId id="351" r:id="rId12"/>
    <p:sldId id="349"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3FBFE"/>
    <a:srgbClr val="000000"/>
    <a:srgbClr val="FFFFFF"/>
    <a:srgbClr val="05202E"/>
    <a:srgbClr val="05152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0850245-BE47-A738-F334-8BD5117316F0}" v="496" dt="2025-11-30T18:35:19.883"/>
  </p1510:revLst>
</p1510:revInfo>
</file>

<file path=ppt/tableStyles.xml><?xml version="1.0" encoding="utf-8"?>
<a:tblStyleLst xmlns:a="http://schemas.openxmlformats.org/drawingml/2006/main" def="{10A1B5D5-9B99-4C35-A422-299274C87663}">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5388" autoAdjust="0"/>
  </p:normalViewPr>
  <p:slideViewPr>
    <p:cSldViewPr snapToGrid="0" snapToObjects="1" showGuides="1">
      <p:cViewPr>
        <p:scale>
          <a:sx n="77" d="100"/>
          <a:sy n="77" d="100"/>
        </p:scale>
        <p:origin x="912" y="91"/>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snapToObjects="1">
      <p:cViewPr varScale="1">
        <p:scale>
          <a:sx n="67" d="100"/>
          <a:sy n="67" d="100"/>
        </p:scale>
        <p:origin x="3120" y="7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heme" Target="theme/theme1.xml"/><Relationship Id="rId3" Type="http://schemas.openxmlformats.org/officeDocument/2006/relationships/customXml" Target="../customXml/item3.xml"/><Relationship Id="rId21" Type="http://schemas.microsoft.com/office/2015/10/relationships/revisionInfo" Target="revisionInfo.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Relationship Id="rId22"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uest User" providerId="Windows Live" clId="Web-{20850245-BE47-A738-F334-8BD5117316F0}"/>
    <pc:docChg chg="addSld delSld modSld sldOrd">
      <pc:chgData name="Guest User" userId="" providerId="Windows Live" clId="Web-{20850245-BE47-A738-F334-8BD5117316F0}" dt="2025-11-30T18:35:17.898" v="405" actId="20577"/>
      <pc:docMkLst>
        <pc:docMk/>
      </pc:docMkLst>
      <pc:sldChg chg="modSp ord">
        <pc:chgData name="Guest User" userId="" providerId="Windows Live" clId="Web-{20850245-BE47-A738-F334-8BD5117316F0}" dt="2025-11-30T18:15:56.789" v="278"/>
        <pc:sldMkLst>
          <pc:docMk/>
          <pc:sldMk cId="3639515720" sldId="343"/>
        </pc:sldMkLst>
        <pc:spChg chg="mod">
          <ac:chgData name="Guest User" userId="" providerId="Windows Live" clId="Web-{20850245-BE47-A738-F334-8BD5117316F0}" dt="2025-11-29T23:59:41.726" v="23" actId="20577"/>
          <ac:spMkLst>
            <pc:docMk/>
            <pc:sldMk cId="3639515720" sldId="343"/>
            <ac:spMk id="2" creationId="{A1B683CB-25DE-E5AD-BB82-9F87097D0325}"/>
          </ac:spMkLst>
        </pc:spChg>
        <pc:spChg chg="mod">
          <ac:chgData name="Guest User" userId="" providerId="Windows Live" clId="Web-{20850245-BE47-A738-F334-8BD5117316F0}" dt="2025-11-30T00:00:56.117" v="33" actId="20577"/>
          <ac:spMkLst>
            <pc:docMk/>
            <pc:sldMk cId="3639515720" sldId="343"/>
            <ac:spMk id="3" creationId="{016A8FC3-0707-6B03-4A2D-4008DF5C36B7}"/>
          </ac:spMkLst>
        </pc:spChg>
      </pc:sldChg>
      <pc:sldChg chg="addSp delSp modSp">
        <pc:chgData name="Guest User" userId="" providerId="Windows Live" clId="Web-{20850245-BE47-A738-F334-8BD5117316F0}" dt="2025-11-30T18:22:12.763" v="303" actId="1076"/>
        <pc:sldMkLst>
          <pc:docMk/>
          <pc:sldMk cId="2412690919" sldId="344"/>
        </pc:sldMkLst>
        <pc:spChg chg="mod">
          <ac:chgData name="Guest User" userId="" providerId="Windows Live" clId="Web-{20850245-BE47-A738-F334-8BD5117316F0}" dt="2025-11-30T00:01:18.351" v="34" actId="20577"/>
          <ac:spMkLst>
            <pc:docMk/>
            <pc:sldMk cId="2412690919" sldId="344"/>
            <ac:spMk id="2" creationId="{AC516B0A-FCA6-6878-D60F-605F94B39010}"/>
          </ac:spMkLst>
        </pc:spChg>
        <pc:spChg chg="add mod">
          <ac:chgData name="Guest User" userId="" providerId="Windows Live" clId="Web-{20850245-BE47-A738-F334-8BD5117316F0}" dt="2025-11-30T18:21:09.403" v="287" actId="14100"/>
          <ac:spMkLst>
            <pc:docMk/>
            <pc:sldMk cId="2412690919" sldId="344"/>
            <ac:spMk id="3" creationId="{680FAC24-8022-4FE0-81FC-ED9383476A5B}"/>
          </ac:spMkLst>
        </pc:spChg>
        <pc:spChg chg="del">
          <ac:chgData name="Guest User" userId="" providerId="Windows Live" clId="Web-{20850245-BE47-A738-F334-8BD5117316F0}" dt="2025-11-30T00:16:16.530" v="35"/>
          <ac:spMkLst>
            <pc:docMk/>
            <pc:sldMk cId="2412690919" sldId="344"/>
            <ac:spMk id="3" creationId="{B5CBB129-25E4-674A-DBE9-5C4DA5B0A791}"/>
          </ac:spMkLst>
        </pc:spChg>
        <pc:spChg chg="add mod">
          <ac:chgData name="Guest User" userId="" providerId="Windows Live" clId="Web-{20850245-BE47-A738-F334-8BD5117316F0}" dt="2025-11-30T18:22:12.763" v="303" actId="1076"/>
          <ac:spMkLst>
            <pc:docMk/>
            <pc:sldMk cId="2412690919" sldId="344"/>
            <ac:spMk id="6" creationId="{3EF645FE-4915-3072-48CB-CD4435EAC97C}"/>
          </ac:spMkLst>
        </pc:spChg>
        <pc:spChg chg="add del mod">
          <ac:chgData name="Guest User" userId="" providerId="Windows Live" clId="Web-{20850245-BE47-A738-F334-8BD5117316F0}" dt="2025-11-30T00:17:24.702" v="43"/>
          <ac:spMkLst>
            <pc:docMk/>
            <pc:sldMk cId="2412690919" sldId="344"/>
            <ac:spMk id="7" creationId="{50D6748F-DF51-E925-4A7C-C9A7D266472E}"/>
          </ac:spMkLst>
        </pc:spChg>
        <pc:spChg chg="add mod">
          <ac:chgData name="Guest User" userId="" providerId="Windows Live" clId="Web-{20850245-BE47-A738-F334-8BD5117316F0}" dt="2025-11-30T18:17:43.463" v="279" actId="1076"/>
          <ac:spMkLst>
            <pc:docMk/>
            <pc:sldMk cId="2412690919" sldId="344"/>
            <ac:spMk id="8" creationId="{22FDFD2F-9943-FBCB-DC58-D389EBCE1569}"/>
          </ac:spMkLst>
        </pc:spChg>
        <pc:spChg chg="add mod">
          <ac:chgData name="Guest User" userId="" providerId="Windows Live" clId="Web-{20850245-BE47-A738-F334-8BD5117316F0}" dt="2025-11-30T18:17:47.526" v="280" actId="1076"/>
          <ac:spMkLst>
            <pc:docMk/>
            <pc:sldMk cId="2412690919" sldId="344"/>
            <ac:spMk id="10" creationId="{114AB88A-2FA0-976D-A243-7D2691462EE4}"/>
          </ac:spMkLst>
        </pc:spChg>
        <pc:picChg chg="add mod ord">
          <ac:chgData name="Guest User" userId="" providerId="Windows Live" clId="Web-{20850245-BE47-A738-F334-8BD5117316F0}" dt="2025-11-30T18:21:04.934" v="286" actId="1076"/>
          <ac:picMkLst>
            <pc:docMk/>
            <pc:sldMk cId="2412690919" sldId="344"/>
            <ac:picMk id="5" creationId="{460291E7-4CA8-28FD-4B8E-C349BC201418}"/>
          </ac:picMkLst>
        </pc:picChg>
        <pc:picChg chg="add mod">
          <ac:chgData name="Guest User" userId="" providerId="Windows Live" clId="Web-{20850245-BE47-A738-F334-8BD5117316F0}" dt="2025-11-30T18:21:11.091" v="288" actId="1076"/>
          <ac:picMkLst>
            <pc:docMk/>
            <pc:sldMk cId="2412690919" sldId="344"/>
            <ac:picMk id="9" creationId="{A0196AEF-CB58-21E4-0F07-DFFA781629EA}"/>
          </ac:picMkLst>
        </pc:picChg>
      </pc:sldChg>
      <pc:sldChg chg="del ord">
        <pc:chgData name="Guest User" userId="" providerId="Windows Live" clId="Web-{20850245-BE47-A738-F334-8BD5117316F0}" dt="2025-11-30T17:38:45.873" v="148"/>
        <pc:sldMkLst>
          <pc:docMk/>
          <pc:sldMk cId="1276723284" sldId="345"/>
        </pc:sldMkLst>
      </pc:sldChg>
      <pc:sldChg chg="addSp delSp modSp">
        <pc:chgData name="Guest User" userId="" providerId="Windows Live" clId="Web-{20850245-BE47-A738-F334-8BD5117316F0}" dt="2025-11-30T18:35:17.898" v="405" actId="20577"/>
        <pc:sldMkLst>
          <pc:docMk/>
          <pc:sldMk cId="4042399695" sldId="346"/>
        </pc:sldMkLst>
        <pc:spChg chg="mod">
          <ac:chgData name="Guest User" userId="" providerId="Windows Live" clId="Web-{20850245-BE47-A738-F334-8BD5117316F0}" dt="2025-11-30T00:22:47.737" v="84" actId="20577"/>
          <ac:spMkLst>
            <pc:docMk/>
            <pc:sldMk cId="4042399695" sldId="346"/>
            <ac:spMk id="2" creationId="{20652F88-C173-1A49-4629-13C6A52CF192}"/>
          </ac:spMkLst>
        </pc:spChg>
        <pc:spChg chg="add mod">
          <ac:chgData name="Guest User" userId="" providerId="Windows Live" clId="Web-{20850245-BE47-A738-F334-8BD5117316F0}" dt="2025-11-30T18:23:12.357" v="313" actId="14100"/>
          <ac:spMkLst>
            <pc:docMk/>
            <pc:sldMk cId="4042399695" sldId="346"/>
            <ac:spMk id="3" creationId="{6BB54416-ABF9-564D-1222-733F1E005BA8}"/>
          </ac:spMkLst>
        </pc:spChg>
        <pc:spChg chg="del">
          <ac:chgData name="Guest User" userId="" providerId="Windows Live" clId="Web-{20850245-BE47-A738-F334-8BD5117316F0}" dt="2025-11-30T00:23:25.894" v="85"/>
          <ac:spMkLst>
            <pc:docMk/>
            <pc:sldMk cId="4042399695" sldId="346"/>
            <ac:spMk id="3" creationId="{B2A70DC0-E9DC-2278-572D-5230AFB2EEAE}"/>
          </ac:spMkLst>
        </pc:spChg>
        <pc:spChg chg="add mod">
          <ac:chgData name="Guest User" userId="" providerId="Windows Live" clId="Web-{20850245-BE47-A738-F334-8BD5117316F0}" dt="2025-11-30T18:22:59.591" v="308" actId="1076"/>
          <ac:spMkLst>
            <pc:docMk/>
            <pc:sldMk cId="4042399695" sldId="346"/>
            <ac:spMk id="7" creationId="{EFC81027-789D-AF9A-BF78-DC5A7972DFBD}"/>
          </ac:spMkLst>
        </pc:spChg>
        <pc:spChg chg="add mod">
          <ac:chgData name="Guest User" userId="" providerId="Windows Live" clId="Web-{20850245-BE47-A738-F334-8BD5117316F0}" dt="2025-11-30T18:24:29.764" v="321" actId="1076"/>
          <ac:spMkLst>
            <pc:docMk/>
            <pc:sldMk cId="4042399695" sldId="346"/>
            <ac:spMk id="8" creationId="{AD2BB03C-3608-4CA4-BDEB-4817702D3B8B}"/>
          </ac:spMkLst>
        </pc:spChg>
        <pc:spChg chg="add mod">
          <ac:chgData name="Guest User" userId="" providerId="Windows Live" clId="Web-{20850245-BE47-A738-F334-8BD5117316F0}" dt="2025-11-30T18:35:17.898" v="405" actId="20577"/>
          <ac:spMkLst>
            <pc:docMk/>
            <pc:sldMk cId="4042399695" sldId="346"/>
            <ac:spMk id="9" creationId="{DDAC8861-394E-0D01-004C-2D83B3C375D6}"/>
          </ac:spMkLst>
        </pc:spChg>
        <pc:picChg chg="add mod ord">
          <ac:chgData name="Guest User" userId="" providerId="Windows Live" clId="Web-{20850245-BE47-A738-F334-8BD5117316F0}" dt="2025-11-30T18:23:03.248" v="309" actId="1076"/>
          <ac:picMkLst>
            <pc:docMk/>
            <pc:sldMk cId="4042399695" sldId="346"/>
            <ac:picMk id="5" creationId="{322EF0C1-AAA3-A781-E787-D8F952C37D4F}"/>
          </ac:picMkLst>
        </pc:picChg>
        <pc:picChg chg="add mod">
          <ac:chgData name="Guest User" userId="" providerId="Windows Live" clId="Web-{20850245-BE47-A738-F334-8BD5117316F0}" dt="2025-11-30T18:24:31.795" v="322" actId="1076"/>
          <ac:picMkLst>
            <pc:docMk/>
            <pc:sldMk cId="4042399695" sldId="346"/>
            <ac:picMk id="6" creationId="{E78E2DAB-33A8-8494-1039-5D743BC22B6C}"/>
          </ac:picMkLst>
        </pc:picChg>
      </pc:sldChg>
      <pc:sldChg chg="addSp modSp">
        <pc:chgData name="Guest User" userId="" providerId="Windows Live" clId="Web-{20850245-BE47-A738-F334-8BD5117316F0}" dt="2025-11-30T18:00:08.516" v="270" actId="20577"/>
        <pc:sldMkLst>
          <pc:docMk/>
          <pc:sldMk cId="1792340559" sldId="347"/>
        </pc:sldMkLst>
        <pc:spChg chg="mod">
          <ac:chgData name="Guest User" userId="" providerId="Windows Live" clId="Web-{20850245-BE47-A738-F334-8BD5117316F0}" dt="2025-11-29T23:34:33.403" v="3" actId="20577"/>
          <ac:spMkLst>
            <pc:docMk/>
            <pc:sldMk cId="1792340559" sldId="347"/>
            <ac:spMk id="2" creationId="{13ED712B-B621-4F18-24CD-974D06D7E5B5}"/>
          </ac:spMkLst>
        </pc:spChg>
        <pc:spChg chg="mod">
          <ac:chgData name="Guest User" userId="" providerId="Windows Live" clId="Web-{20850245-BE47-A738-F334-8BD5117316F0}" dt="2025-11-30T18:00:08.516" v="270" actId="20577"/>
          <ac:spMkLst>
            <pc:docMk/>
            <pc:sldMk cId="1792340559" sldId="347"/>
            <ac:spMk id="3" creationId="{BC985808-0D64-C380-BCE5-64F55C8CAC20}"/>
          </ac:spMkLst>
        </pc:spChg>
        <pc:spChg chg="add mod">
          <ac:chgData name="Guest User" userId="" providerId="Windows Live" clId="Web-{20850245-BE47-A738-F334-8BD5117316F0}" dt="2025-11-30T17:34:41.387" v="147" actId="20577"/>
          <ac:spMkLst>
            <pc:docMk/>
            <pc:sldMk cId="1792340559" sldId="347"/>
            <ac:spMk id="5" creationId="{A1A4B372-0B1B-F665-6C0F-3150CC6FA8F3}"/>
          </ac:spMkLst>
        </pc:spChg>
      </pc:sldChg>
      <pc:sldChg chg="addSp delSp modSp new">
        <pc:chgData name="Guest User" userId="" providerId="Windows Live" clId="Web-{20850245-BE47-A738-F334-8BD5117316F0}" dt="2025-11-30T18:27:26.639" v="333"/>
        <pc:sldMkLst>
          <pc:docMk/>
          <pc:sldMk cId="2639834494" sldId="348"/>
        </pc:sldMkLst>
        <pc:spChg chg="mod">
          <ac:chgData name="Guest User" userId="" providerId="Windows Live" clId="Web-{20850245-BE47-A738-F334-8BD5117316F0}" dt="2025-11-30T00:27:36.489" v="117" actId="20577"/>
          <ac:spMkLst>
            <pc:docMk/>
            <pc:sldMk cId="2639834494" sldId="348"/>
            <ac:spMk id="2" creationId="{8B4559EB-DAF2-C4E5-2BA0-64400A14FB20}"/>
          </ac:spMkLst>
        </pc:spChg>
        <pc:spChg chg="add mod">
          <ac:chgData name="Guest User" userId="" providerId="Windows Live" clId="Web-{20850245-BE47-A738-F334-8BD5117316F0}" dt="2025-11-30T18:25:52.170" v="331" actId="20577"/>
          <ac:spMkLst>
            <pc:docMk/>
            <pc:sldMk cId="2639834494" sldId="348"/>
            <ac:spMk id="3" creationId="{79E0A46A-1CAC-8496-B91A-B560E945B639}"/>
          </ac:spMkLst>
        </pc:spChg>
        <pc:spChg chg="del">
          <ac:chgData name="Guest User" userId="" providerId="Windows Live" clId="Web-{20850245-BE47-A738-F334-8BD5117316F0}" dt="2025-11-30T00:27:08.411" v="116"/>
          <ac:spMkLst>
            <pc:docMk/>
            <pc:sldMk cId="2639834494" sldId="348"/>
            <ac:spMk id="3" creationId="{F509000D-D81B-C2CB-20D4-1A2F2A104960}"/>
          </ac:spMkLst>
        </pc:spChg>
        <pc:spChg chg="add mod">
          <ac:chgData name="Guest User" userId="" providerId="Windows Live" clId="Web-{20850245-BE47-A738-F334-8BD5117316F0}" dt="2025-11-30T00:28:07.770" v="124" actId="1076"/>
          <ac:spMkLst>
            <pc:docMk/>
            <pc:sldMk cId="2639834494" sldId="348"/>
            <ac:spMk id="6" creationId="{6EDCA4DB-0FB1-9BE3-7E74-87E4611EC982}"/>
          </ac:spMkLst>
        </pc:spChg>
        <pc:picChg chg="add mod ord">
          <ac:chgData name="Guest User" userId="" providerId="Windows Live" clId="Web-{20850245-BE47-A738-F334-8BD5117316F0}" dt="2025-11-30T18:24:59.623" v="324" actId="1076"/>
          <ac:picMkLst>
            <pc:docMk/>
            <pc:sldMk cId="2639834494" sldId="348"/>
            <ac:picMk id="5" creationId="{13CB7E33-41EA-7696-EA64-C5CCCCCA9928}"/>
          </ac:picMkLst>
        </pc:picChg>
        <pc:picChg chg="add del mod">
          <ac:chgData name="Guest User" userId="" providerId="Windows Live" clId="Web-{20850245-BE47-A738-F334-8BD5117316F0}" dt="2025-11-30T18:27:26.639" v="333"/>
          <ac:picMkLst>
            <pc:docMk/>
            <pc:sldMk cId="2639834494" sldId="348"/>
            <ac:picMk id="7" creationId="{2934C6BC-E280-FC26-488F-303B21552167}"/>
          </ac:picMkLst>
        </pc:picChg>
      </pc:sldChg>
      <pc:sldChg chg="modSp new">
        <pc:chgData name="Guest User" userId="" providerId="Windows Live" clId="Web-{20850245-BE47-A738-F334-8BD5117316F0}" dt="2025-11-30T17:30:20.228" v="130" actId="20577"/>
        <pc:sldMkLst>
          <pc:docMk/>
          <pc:sldMk cId="3330371999" sldId="349"/>
        </pc:sldMkLst>
        <pc:spChg chg="mod">
          <ac:chgData name="Guest User" userId="" providerId="Windows Live" clId="Web-{20850245-BE47-A738-F334-8BD5117316F0}" dt="2025-11-30T17:30:12.806" v="128" actId="20577"/>
          <ac:spMkLst>
            <pc:docMk/>
            <pc:sldMk cId="3330371999" sldId="349"/>
            <ac:spMk id="2" creationId="{D65080C2-5BD1-B54B-A494-1D5ECE2106A1}"/>
          </ac:spMkLst>
        </pc:spChg>
        <pc:spChg chg="mod">
          <ac:chgData name="Guest User" userId="" providerId="Windows Live" clId="Web-{20850245-BE47-A738-F334-8BD5117316F0}" dt="2025-11-30T17:30:20.228" v="130" actId="20577"/>
          <ac:spMkLst>
            <pc:docMk/>
            <pc:sldMk cId="3330371999" sldId="349"/>
            <ac:spMk id="3" creationId="{452B4896-C188-FB46-DE01-D41FA08D0952}"/>
          </ac:spMkLst>
        </pc:spChg>
      </pc:sldChg>
      <pc:sldChg chg="addSp delSp modSp new">
        <pc:chgData name="Guest User" userId="" providerId="Windows Live" clId="Web-{20850245-BE47-A738-F334-8BD5117316F0}" dt="2025-11-30T18:15:36.195" v="277" actId="20577"/>
        <pc:sldMkLst>
          <pc:docMk/>
          <pc:sldMk cId="901480733" sldId="350"/>
        </pc:sldMkLst>
        <pc:spChg chg="mod">
          <ac:chgData name="Guest User" userId="" providerId="Windows Live" clId="Web-{20850245-BE47-A738-F334-8BD5117316F0}" dt="2025-11-30T17:59:47.469" v="267" actId="20577"/>
          <ac:spMkLst>
            <pc:docMk/>
            <pc:sldMk cId="901480733" sldId="350"/>
            <ac:spMk id="2" creationId="{371E8E2E-399F-0DDA-BAD3-5FC39CB90A6D}"/>
          </ac:spMkLst>
        </pc:spChg>
        <pc:spChg chg="add del">
          <ac:chgData name="Guest User" userId="" providerId="Windows Live" clId="Web-{20850245-BE47-A738-F334-8BD5117316F0}" dt="2025-11-30T17:59:08.187" v="255"/>
          <ac:spMkLst>
            <pc:docMk/>
            <pc:sldMk cId="901480733" sldId="350"/>
            <ac:spMk id="3" creationId="{ECBC2CA1-7925-EA5A-30E9-3725185312C2}"/>
          </ac:spMkLst>
        </pc:spChg>
        <pc:spChg chg="add del mod">
          <ac:chgData name="Guest User" userId="" providerId="Windows Live" clId="Web-{20850245-BE47-A738-F334-8BD5117316F0}" dt="2025-11-30T17:58:30.904" v="247"/>
          <ac:spMkLst>
            <pc:docMk/>
            <pc:sldMk cId="901480733" sldId="350"/>
            <ac:spMk id="6" creationId="{AC785C6C-FAAB-E134-A083-86299A2FFC78}"/>
          </ac:spMkLst>
        </pc:spChg>
        <pc:spChg chg="add mod">
          <ac:chgData name="Guest User" userId="" providerId="Windows Live" clId="Web-{20850245-BE47-A738-F334-8BD5117316F0}" dt="2025-11-30T18:15:36.195" v="277" actId="20577"/>
          <ac:spMkLst>
            <pc:docMk/>
            <pc:sldMk cId="901480733" sldId="350"/>
            <ac:spMk id="7" creationId="{1D57ECC4-42BA-1475-AD89-ED5FB35F5794}"/>
          </ac:spMkLst>
        </pc:spChg>
      </pc:sldChg>
      <pc:sldChg chg="addSp delSp modSp new">
        <pc:chgData name="Guest User" userId="" providerId="Windows Live" clId="Web-{20850245-BE47-A738-F334-8BD5117316F0}" dt="2025-11-30T18:34:16.053" v="404" actId="1076"/>
        <pc:sldMkLst>
          <pc:docMk/>
          <pc:sldMk cId="3839488116" sldId="351"/>
        </pc:sldMkLst>
        <pc:spChg chg="del">
          <ac:chgData name="Guest User" userId="" providerId="Windows Live" clId="Web-{20850245-BE47-A738-F334-8BD5117316F0}" dt="2025-11-30T18:28:00.483" v="336"/>
          <ac:spMkLst>
            <pc:docMk/>
            <pc:sldMk cId="3839488116" sldId="351"/>
            <ac:spMk id="2" creationId="{9B37229F-E401-B829-BA29-520E93577A5D}"/>
          </ac:spMkLst>
        </pc:spChg>
        <pc:spChg chg="del">
          <ac:chgData name="Guest User" userId="" providerId="Windows Live" clId="Web-{20850245-BE47-A738-F334-8BD5117316F0}" dt="2025-11-30T18:27:55.952" v="335"/>
          <ac:spMkLst>
            <pc:docMk/>
            <pc:sldMk cId="3839488116" sldId="351"/>
            <ac:spMk id="3" creationId="{6955A62B-54BB-5B16-3B63-385DAF013CD9}"/>
          </ac:spMkLst>
        </pc:spChg>
        <pc:picChg chg="add mod ord">
          <ac:chgData name="Guest User" userId="" providerId="Windows Live" clId="Web-{20850245-BE47-A738-F334-8BD5117316F0}" dt="2025-11-30T18:31:25.234" v="361" actId="1076"/>
          <ac:picMkLst>
            <pc:docMk/>
            <pc:sldMk cId="3839488116" sldId="351"/>
            <ac:picMk id="5" creationId="{9BD633A5-79A3-D723-C3C6-C53F5A27BD44}"/>
          </ac:picMkLst>
        </pc:picChg>
        <pc:picChg chg="add mod">
          <ac:chgData name="Guest User" userId="" providerId="Windows Live" clId="Web-{20850245-BE47-A738-F334-8BD5117316F0}" dt="2025-11-30T18:34:13.787" v="403" actId="1076"/>
          <ac:picMkLst>
            <pc:docMk/>
            <pc:sldMk cId="3839488116" sldId="351"/>
            <ac:picMk id="6" creationId="{4751B828-3773-A895-79F6-4DB2F21CCB3C}"/>
          </ac:picMkLst>
        </pc:picChg>
        <pc:picChg chg="add del mod">
          <ac:chgData name="Guest User" userId="" providerId="Windows Live" clId="Web-{20850245-BE47-A738-F334-8BD5117316F0}" dt="2025-11-30T18:31:46.702" v="368"/>
          <ac:picMkLst>
            <pc:docMk/>
            <pc:sldMk cId="3839488116" sldId="351"/>
            <ac:picMk id="7" creationId="{9DCCE2A3-3036-986B-6E96-71DF794BBC2C}"/>
          </ac:picMkLst>
        </pc:picChg>
        <pc:picChg chg="add mod">
          <ac:chgData name="Guest User" userId="" providerId="Windows Live" clId="Web-{20850245-BE47-A738-F334-8BD5117316F0}" dt="2025-11-30T18:33:58.381" v="397" actId="1076"/>
          <ac:picMkLst>
            <pc:docMk/>
            <pc:sldMk cId="3839488116" sldId="351"/>
            <ac:picMk id="8" creationId="{7DE14685-96DE-BD0B-4EA4-1DDEE96B1BAB}"/>
          </ac:picMkLst>
        </pc:picChg>
        <pc:picChg chg="add mod">
          <ac:chgData name="Guest User" userId="" providerId="Windows Live" clId="Web-{20850245-BE47-A738-F334-8BD5117316F0}" dt="2025-11-30T18:34:08.490" v="402" actId="1076"/>
          <ac:picMkLst>
            <pc:docMk/>
            <pc:sldMk cId="3839488116" sldId="351"/>
            <ac:picMk id="9" creationId="{F0CF5B47-2E2D-6ADC-8DDF-24582092BE83}"/>
          </ac:picMkLst>
        </pc:picChg>
        <pc:picChg chg="add mod">
          <ac:chgData name="Guest User" userId="" providerId="Windows Live" clId="Web-{20850245-BE47-A738-F334-8BD5117316F0}" dt="2025-11-30T18:34:16.053" v="404" actId="1076"/>
          <ac:picMkLst>
            <pc:docMk/>
            <pc:sldMk cId="3839488116" sldId="351"/>
            <ac:picMk id="10" creationId="{03D0A5E9-5C29-E61A-37E9-5D624FEAA205}"/>
          </ac:picMkLst>
        </pc:picChg>
      </pc:sldChg>
    </pc:docChg>
  </pc:docChgLst>
  <pc:docChgLst>
    <pc:chgData name="Hidaya Jazbi" userId="7463a73a1ef6c05d" providerId="LiveId" clId="{5E83FD5A-0257-4331-8A5E-386BB672D512}"/>
    <pc:docChg chg="addSld delSld modSld sldOrd">
      <pc:chgData name="Hidaya Jazbi" userId="7463a73a1ef6c05d" providerId="LiveId" clId="{5E83FD5A-0257-4331-8A5E-386BB672D512}" dt="2025-11-25T16:58:54.779" v="58" actId="20577"/>
      <pc:docMkLst>
        <pc:docMk/>
      </pc:docMkLst>
      <pc:sldChg chg="modSp mod">
        <pc:chgData name="Hidaya Jazbi" userId="7463a73a1ef6c05d" providerId="LiveId" clId="{5E83FD5A-0257-4331-8A5E-386BB672D512}" dt="2025-11-25T16:42:47.106" v="47" actId="20577"/>
        <pc:sldMkLst>
          <pc:docMk/>
          <pc:sldMk cId="2498031464" sldId="342"/>
        </pc:sldMkLst>
        <pc:spChg chg="mod">
          <ac:chgData name="Hidaya Jazbi" userId="7463a73a1ef6c05d" providerId="LiveId" clId="{5E83FD5A-0257-4331-8A5E-386BB672D512}" dt="2025-11-25T16:42:47.106" v="47" actId="20577"/>
          <ac:spMkLst>
            <pc:docMk/>
            <pc:sldMk cId="2498031464" sldId="342"/>
            <ac:spMk id="9" creationId="{2981AB9E-AF0F-CAD0-2DD2-D640FB871E66}"/>
          </ac:spMkLst>
        </pc:spChg>
      </pc:sldChg>
      <pc:sldChg chg="new">
        <pc:chgData name="Hidaya Jazbi" userId="7463a73a1ef6c05d" providerId="LiveId" clId="{5E83FD5A-0257-4331-8A5E-386BB672D512}" dt="2025-11-25T16:41:06.940" v="12" actId="680"/>
        <pc:sldMkLst>
          <pc:docMk/>
          <pc:sldMk cId="3639515720" sldId="343"/>
        </pc:sldMkLst>
      </pc:sldChg>
      <pc:sldChg chg="new">
        <pc:chgData name="Hidaya Jazbi" userId="7463a73a1ef6c05d" providerId="LiveId" clId="{5E83FD5A-0257-4331-8A5E-386BB672D512}" dt="2025-11-25T16:41:11.442" v="13" actId="680"/>
        <pc:sldMkLst>
          <pc:docMk/>
          <pc:sldMk cId="2412690919" sldId="344"/>
        </pc:sldMkLst>
      </pc:sldChg>
      <pc:sldChg chg="new">
        <pc:chgData name="Hidaya Jazbi" userId="7463a73a1ef6c05d" providerId="LiveId" clId="{5E83FD5A-0257-4331-8A5E-386BB672D512}" dt="2025-11-25T16:41:13.094" v="15" actId="680"/>
        <pc:sldMkLst>
          <pc:docMk/>
          <pc:sldMk cId="4042399695" sldId="346"/>
        </pc:sldMkLst>
      </pc:sldChg>
      <pc:sldChg chg="new ord">
        <pc:chgData name="Hidaya Jazbi" userId="7463a73a1ef6c05d" providerId="LiveId" clId="{5E83FD5A-0257-4331-8A5E-386BB672D512}" dt="2025-11-25T16:41:22.631" v="18"/>
        <pc:sldMkLst>
          <pc:docMk/>
          <pc:sldMk cId="1792340559" sldId="347"/>
        </pc:sldMkLst>
      </pc:sldChg>
    </pc:docChg>
  </pc:docChgLst>
  <pc:docChgLst>
    <pc:chgData name="Guest User" providerId="Windows Live" clId="Web-{C602D22C-BDF6-A132-BE62-AC41CDBF9D34}"/>
    <pc:docChg chg="modSld">
      <pc:chgData name="Guest User" userId="" providerId="Windows Live" clId="Web-{C602D22C-BDF6-A132-BE62-AC41CDBF9D34}" dt="2025-11-25T16:45:08.841" v="2" actId="20577"/>
      <pc:docMkLst>
        <pc:docMk/>
      </pc:docMkLst>
      <pc:sldChg chg="modSp">
        <pc:chgData name="Guest User" userId="" providerId="Windows Live" clId="Web-{C602D22C-BDF6-A132-BE62-AC41CDBF9D34}" dt="2025-11-25T16:45:08.841" v="2" actId="20577"/>
        <pc:sldMkLst>
          <pc:docMk/>
          <pc:sldMk cId="1792340559" sldId="347"/>
        </pc:sldMkLst>
        <pc:spChg chg="mod">
          <ac:chgData name="Guest User" userId="" providerId="Windows Live" clId="Web-{C602D22C-BDF6-A132-BE62-AC41CDBF9D34}" dt="2025-11-25T16:45:08.841" v="2" actId="20577"/>
          <ac:spMkLst>
            <pc:docMk/>
            <pc:sldMk cId="1792340559" sldId="347"/>
            <ac:spMk id="2" creationId="{13ED712B-B621-4F18-24CD-974D06D7E5B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4459878-C319-6BF3-52DC-16FA4340A6C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C82FA7FC-DFAE-8499-5A3E-AD9648D7FCA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58BFD57-AB0A-470B-A7AF-56DFE7B5174A}" type="datetimeFigureOut">
              <a:rPr lang="en-US" smtClean="0"/>
              <a:t>11/30/2025</a:t>
            </a:fld>
            <a:endParaRPr lang="en-US" dirty="0"/>
          </a:p>
        </p:txBody>
      </p:sp>
      <p:sp>
        <p:nvSpPr>
          <p:cNvPr id="4" name="Footer Placeholder 3">
            <a:extLst>
              <a:ext uri="{FF2B5EF4-FFF2-40B4-BE49-F238E27FC236}">
                <a16:creationId xmlns:a16="http://schemas.microsoft.com/office/drawing/2014/main" id="{4C9C12BB-9544-9F9A-BEDA-E7168643859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7D1E77E4-B9A2-A882-9240-3AE65EE2176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E9D61A1-75D9-49F7-83EB-F5872642613A}" type="slidenum">
              <a:rPr lang="en-US" smtClean="0"/>
              <a:t>‹#›</a:t>
            </a:fld>
            <a:endParaRPr lang="en-US" dirty="0"/>
          </a:p>
        </p:txBody>
      </p:sp>
    </p:spTree>
    <p:extLst>
      <p:ext uri="{BB962C8B-B14F-4D97-AF65-F5344CB8AC3E}">
        <p14:creationId xmlns:p14="http://schemas.microsoft.com/office/powerpoint/2010/main" val="14773272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4B3339F-6CEA-4641-BE08-40DAFD6FCF25}" type="datetimeFigureOut">
              <a:rPr lang="en-US" smtClean="0"/>
              <a:t>11/30/2025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F75CB5-5666-5049-9AE0-38EFD385C21E}" type="slidenum">
              <a:rPr lang="en-US" smtClean="0"/>
              <a:t>‹#›</a:t>
            </a:fld>
            <a:endParaRPr lang="en-US" dirty="0"/>
          </a:p>
        </p:txBody>
      </p:sp>
    </p:spTree>
    <p:extLst>
      <p:ext uri="{BB962C8B-B14F-4D97-AF65-F5344CB8AC3E}">
        <p14:creationId xmlns:p14="http://schemas.microsoft.com/office/powerpoint/2010/main" val="4755626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F75CB5-5666-5049-9AE0-38EFD385C21E}" type="slidenum">
              <a:rPr lang="en-US" smtClean="0"/>
              <a:t>1</a:t>
            </a:fld>
            <a:endParaRPr lang="en-US" dirty="0"/>
          </a:p>
        </p:txBody>
      </p:sp>
    </p:spTree>
    <p:extLst>
      <p:ext uri="{BB962C8B-B14F-4D97-AF65-F5344CB8AC3E}">
        <p14:creationId xmlns:p14="http://schemas.microsoft.com/office/powerpoint/2010/main" val="157599972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nd Subtitle">
    <p:bg>
      <p:bgPr>
        <a:gradFill>
          <a:gsLst>
            <a:gs pos="93000">
              <a:schemeClr val="tx2"/>
            </a:gs>
            <a:gs pos="81000">
              <a:schemeClr val="accent6">
                <a:lumMod val="50000"/>
              </a:schemeClr>
            </a:gs>
            <a:gs pos="27000">
              <a:schemeClr val="tx1"/>
            </a:gs>
            <a:gs pos="8000">
              <a:schemeClr val="accent4">
                <a:lumMod val="75000"/>
              </a:schemeClr>
            </a:gs>
            <a:gs pos="0">
              <a:schemeClr val="accent4"/>
            </a:gs>
            <a:gs pos="99000">
              <a:schemeClr val="tx2">
                <a:lumMod val="40000"/>
                <a:lumOff val="60000"/>
              </a:schemeClr>
            </a:gs>
          </a:gsLst>
          <a:lin ang="12600000" scaled="0"/>
        </a:gra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1BA6450-E291-DC40-F198-C02B485137B0}"/>
              </a:ext>
              <a:ext uri="{C183D7F6-B498-43B3-948B-1728B52AA6E4}">
                <adec:decorative xmlns:adec="http://schemas.microsoft.com/office/drawing/2017/decorative" val="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3" y="1"/>
            <a:ext cx="12192003" cy="6857999"/>
          </a:xfrm>
          <a:prstGeom prst="rect">
            <a:avLst/>
          </a:prstGeom>
        </p:spPr>
      </p:pic>
      <p:sp>
        <p:nvSpPr>
          <p:cNvPr id="2" name="Title 1">
            <a:extLst>
              <a:ext uri="{FF2B5EF4-FFF2-40B4-BE49-F238E27FC236}">
                <a16:creationId xmlns:a16="http://schemas.microsoft.com/office/drawing/2014/main" id="{3A462FF1-D97D-8505-FE7F-8B2DB411A8B1}"/>
              </a:ext>
            </a:extLst>
          </p:cNvPr>
          <p:cNvSpPr>
            <a:spLocks noGrp="1"/>
          </p:cNvSpPr>
          <p:nvPr>
            <p:ph type="title" hasCustomPrompt="1"/>
          </p:nvPr>
        </p:nvSpPr>
        <p:spPr>
          <a:xfrm>
            <a:off x="0" y="304799"/>
            <a:ext cx="12191998" cy="3215641"/>
          </a:xfrm>
        </p:spPr>
        <p:txBody>
          <a:bodyPr lIns="0" rIns="0" bIns="0" anchor="b" anchorCtr="0">
            <a:noAutofit/>
          </a:bodyPr>
          <a:lstStyle>
            <a:lvl1pPr algn="ctr">
              <a:defRPr sz="6000" kern="1200" cap="all" spc="300" baseline="0">
                <a:solidFill>
                  <a:schemeClr val="accent3">
                    <a:lumMod val="75000"/>
                  </a:schemeClr>
                </a:solidFill>
              </a:defRPr>
            </a:lvl1pPr>
          </a:lstStyle>
          <a:p>
            <a:r>
              <a:rPr lang="en-US" dirty="0"/>
              <a:t>Click to add title</a:t>
            </a:r>
          </a:p>
        </p:txBody>
      </p:sp>
      <p:sp>
        <p:nvSpPr>
          <p:cNvPr id="12" name="Subtitle 2">
            <a:extLst>
              <a:ext uri="{FF2B5EF4-FFF2-40B4-BE49-F238E27FC236}">
                <a16:creationId xmlns:a16="http://schemas.microsoft.com/office/drawing/2014/main" id="{58B9CAE2-F3DD-D6D3-96C8-D947A4117752}"/>
              </a:ext>
            </a:extLst>
          </p:cNvPr>
          <p:cNvSpPr>
            <a:spLocks noGrp="1"/>
          </p:cNvSpPr>
          <p:nvPr>
            <p:ph type="subTitle" idx="1" hasCustomPrompt="1"/>
          </p:nvPr>
        </p:nvSpPr>
        <p:spPr>
          <a:xfrm>
            <a:off x="3" y="3670628"/>
            <a:ext cx="12191997" cy="2577772"/>
          </a:xfrm>
        </p:spPr>
        <p:txBody>
          <a:bodyPr>
            <a:noAutofit/>
          </a:bodyPr>
          <a:lstStyle>
            <a:lvl1pPr marL="0" indent="0" algn="ctr">
              <a:buNone/>
              <a:defRPr sz="3200" b="0" i="0" cap="all" spc="600" baseline="0">
                <a:solidFill>
                  <a:schemeClr val="accent3"/>
                </a:solidFill>
                <a:latin typeface="+mj-lt"/>
                <a:cs typeface="Biome Light" panose="020B03030302040208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Tree>
    <p:extLst>
      <p:ext uri="{BB962C8B-B14F-4D97-AF65-F5344CB8AC3E}">
        <p14:creationId xmlns:p14="http://schemas.microsoft.com/office/powerpoint/2010/main" val="411932155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Only">
    <p:bg>
      <p:bgPr>
        <a:gradFill>
          <a:gsLst>
            <a:gs pos="93000">
              <a:schemeClr val="tx2"/>
            </a:gs>
            <a:gs pos="81000">
              <a:schemeClr val="accent6">
                <a:lumMod val="50000"/>
              </a:schemeClr>
            </a:gs>
            <a:gs pos="27000">
              <a:schemeClr val="tx1"/>
            </a:gs>
            <a:gs pos="8000">
              <a:schemeClr val="accent4">
                <a:lumMod val="75000"/>
              </a:schemeClr>
            </a:gs>
            <a:gs pos="0">
              <a:schemeClr val="accent4"/>
            </a:gs>
            <a:gs pos="99000">
              <a:schemeClr val="tx2">
                <a:lumMod val="40000"/>
                <a:lumOff val="60000"/>
              </a:schemeClr>
            </a:gs>
          </a:gsLst>
          <a:lin ang="12600000" scaled="0"/>
        </a:gra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1BA6450-E291-DC40-F198-C02B485137B0}"/>
              </a:ext>
              <a:ext uri="{C183D7F6-B498-43B3-948B-1728B52AA6E4}">
                <adec:decorative xmlns:adec="http://schemas.microsoft.com/office/drawing/2017/decorative" val="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3" y="1"/>
            <a:ext cx="12192003" cy="6857999"/>
          </a:xfrm>
          <a:prstGeom prst="rect">
            <a:avLst/>
          </a:prstGeom>
        </p:spPr>
      </p:pic>
      <p:sp>
        <p:nvSpPr>
          <p:cNvPr id="2" name="Title 1">
            <a:extLst>
              <a:ext uri="{FF2B5EF4-FFF2-40B4-BE49-F238E27FC236}">
                <a16:creationId xmlns:a16="http://schemas.microsoft.com/office/drawing/2014/main" id="{3A462FF1-D97D-8505-FE7F-8B2DB411A8B1}"/>
              </a:ext>
            </a:extLst>
          </p:cNvPr>
          <p:cNvSpPr>
            <a:spLocks noGrp="1"/>
          </p:cNvSpPr>
          <p:nvPr>
            <p:ph type="title" hasCustomPrompt="1"/>
          </p:nvPr>
        </p:nvSpPr>
        <p:spPr>
          <a:xfrm>
            <a:off x="3" y="1821180"/>
            <a:ext cx="12191994" cy="3215641"/>
          </a:xfrm>
        </p:spPr>
        <p:txBody>
          <a:bodyPr lIns="0" rIns="0" bIns="0" anchor="ctr" anchorCtr="0">
            <a:noAutofit/>
          </a:bodyPr>
          <a:lstStyle>
            <a:lvl1pPr algn="ctr">
              <a:defRPr sz="6000" kern="1200" cap="all" spc="300" baseline="0">
                <a:solidFill>
                  <a:schemeClr val="accent3">
                    <a:lumMod val="75000"/>
                  </a:schemeClr>
                </a:solidFill>
              </a:defRPr>
            </a:lvl1pPr>
          </a:lstStyle>
          <a:p>
            <a:r>
              <a:rPr lang="en-US" dirty="0"/>
              <a:t>Click to add title</a:t>
            </a:r>
          </a:p>
        </p:txBody>
      </p:sp>
    </p:spTree>
    <p:extLst>
      <p:ext uri="{BB962C8B-B14F-4D97-AF65-F5344CB8AC3E}">
        <p14:creationId xmlns:p14="http://schemas.microsoft.com/office/powerpoint/2010/main" val="163504510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3">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9A084D09-1B2D-4EE2-82A7-83196133B801}"/>
              </a:ext>
              <a:ext uri="{C183D7F6-B498-43B3-948B-1728B52AA6E4}">
                <adec:decorative xmlns:adec="http://schemas.microsoft.com/office/drawing/2017/decorative" val="1"/>
              </a:ext>
            </a:extLst>
          </p:cNvPr>
          <p:cNvGrpSpPr/>
          <p:nvPr userDrawn="1"/>
        </p:nvGrpSpPr>
        <p:grpSpPr>
          <a:xfrm>
            <a:off x="0" y="-6350"/>
            <a:ext cx="12185769" cy="6864350"/>
            <a:chOff x="0" y="-6350"/>
            <a:chExt cx="12185769" cy="6864350"/>
          </a:xfrm>
        </p:grpSpPr>
        <p:sp>
          <p:nvSpPr>
            <p:cNvPr id="4" name="Rectangle 3">
              <a:extLst>
                <a:ext uri="{FF2B5EF4-FFF2-40B4-BE49-F238E27FC236}">
                  <a16:creationId xmlns:a16="http://schemas.microsoft.com/office/drawing/2014/main" id="{53860AA6-1B14-DF89-B725-CC444E502028}"/>
                </a:ext>
                <a:ext uri="{C183D7F6-B498-43B3-948B-1728B52AA6E4}">
                  <adec:decorative xmlns:adec="http://schemas.microsoft.com/office/drawing/2017/decorative" val="1"/>
                </a:ext>
              </a:extLst>
            </p:cNvPr>
            <p:cNvSpPr/>
            <p:nvPr/>
          </p:nvSpPr>
          <p:spPr>
            <a:xfrm>
              <a:off x="0" y="-6350"/>
              <a:ext cx="6160393"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pic>
          <p:nvPicPr>
            <p:cNvPr id="6" name="Content Placeholder 14">
              <a:extLst>
                <a:ext uri="{FF2B5EF4-FFF2-40B4-BE49-F238E27FC236}">
                  <a16:creationId xmlns:a16="http://schemas.microsoft.com/office/drawing/2014/main" id="{D172E570-D67F-4980-88C2-CF6560C1C193}"/>
                </a:ext>
                <a:ext uri="{C183D7F6-B498-43B3-948B-1728B52AA6E4}">
                  <adec:decorative xmlns:adec="http://schemas.microsoft.com/office/drawing/2017/decorative" val="1"/>
                </a:ext>
              </a:extLst>
            </p:cNvPr>
            <p:cNvPicPr>
              <a:picLocks noChangeAspect="1"/>
            </p:cNvPicPr>
            <p:nvPr/>
          </p:nvPicPr>
          <p:blipFill rotWithShape="1">
            <a:blip r:embed="rId2" cstate="screen">
              <a:alphaModFix/>
              <a:extLst>
                <a:ext uri="{28A0092B-C50C-407E-A947-70E740481C1C}">
                  <a14:useLocalDpi xmlns:a14="http://schemas.microsoft.com/office/drawing/2010/main"/>
                </a:ext>
              </a:extLst>
            </a:blip>
            <a:srcRect/>
            <a:stretch/>
          </p:blipFill>
          <p:spPr>
            <a:xfrm rot="5400000">
              <a:off x="5750267" y="410125"/>
              <a:ext cx="6845628" cy="6025377"/>
            </a:xfrm>
            <a:prstGeom prst="rect">
              <a:avLst/>
            </a:prstGeom>
          </p:spPr>
        </p:pic>
        <p:grpSp>
          <p:nvGrpSpPr>
            <p:cNvPr id="7" name="Group 6">
              <a:extLst>
                <a:ext uri="{FF2B5EF4-FFF2-40B4-BE49-F238E27FC236}">
                  <a16:creationId xmlns:a16="http://schemas.microsoft.com/office/drawing/2014/main" id="{AF90BF68-CF26-6705-CBFD-428BEB787EDB}"/>
                </a:ext>
              </a:extLst>
            </p:cNvPr>
            <p:cNvGrpSpPr/>
            <p:nvPr/>
          </p:nvGrpSpPr>
          <p:grpSpPr>
            <a:xfrm rot="10800000">
              <a:off x="5304704" y="259572"/>
              <a:ext cx="584267" cy="390181"/>
              <a:chOff x="1876516" y="596691"/>
              <a:chExt cx="584267" cy="390181"/>
            </a:xfrm>
          </p:grpSpPr>
          <p:sp>
            <p:nvSpPr>
              <p:cNvPr id="8" name="Oval 7">
                <a:extLst>
                  <a:ext uri="{FF2B5EF4-FFF2-40B4-BE49-F238E27FC236}">
                    <a16:creationId xmlns:a16="http://schemas.microsoft.com/office/drawing/2014/main" id="{1066F635-8DB9-B091-8467-D8F0327217F4}"/>
                  </a:ext>
                  <a:ext uri="{C183D7F6-B498-43B3-948B-1728B52AA6E4}">
                    <adec:decorative xmlns:adec="http://schemas.microsoft.com/office/drawing/2017/decorative" val="1"/>
                  </a:ext>
                </a:extLst>
              </p:cNvPr>
              <p:cNvSpPr/>
              <p:nvPr/>
            </p:nvSpPr>
            <p:spPr>
              <a:xfrm>
                <a:off x="1876516" y="842493"/>
                <a:ext cx="144379" cy="144379"/>
              </a:xfrm>
              <a:prstGeom prst="ellipse">
                <a:avLst/>
              </a:prstGeom>
              <a:noFill/>
              <a:ln>
                <a:solidFill>
                  <a:schemeClr val="accent4">
                    <a:lumMod val="60000"/>
                    <a:lumOff val="40000"/>
                    <a:alpha val="49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9" name="Graphic 12">
                <a:extLst>
                  <a:ext uri="{FF2B5EF4-FFF2-40B4-BE49-F238E27FC236}">
                    <a16:creationId xmlns:a16="http://schemas.microsoft.com/office/drawing/2014/main" id="{882D2FD3-A05B-400C-6347-115486FFD943}"/>
                  </a:ext>
                  <a:ext uri="{C183D7F6-B498-43B3-948B-1728B52AA6E4}">
                    <adec:decorative xmlns:adec="http://schemas.microsoft.com/office/drawing/2017/decorative" val="1"/>
                  </a:ext>
                </a:extLst>
              </p:cNvPr>
              <p:cNvSpPr/>
              <p:nvPr/>
            </p:nvSpPr>
            <p:spPr>
              <a:xfrm>
                <a:off x="2360199" y="596691"/>
                <a:ext cx="100584" cy="100584"/>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grpSp>
      <p:sp>
        <p:nvSpPr>
          <p:cNvPr id="2" name="Title 1">
            <a:extLst>
              <a:ext uri="{FF2B5EF4-FFF2-40B4-BE49-F238E27FC236}">
                <a16:creationId xmlns:a16="http://schemas.microsoft.com/office/drawing/2014/main" id="{960459F4-C5B9-4070-46D1-2E7DA3EFBFC9}"/>
              </a:ext>
            </a:extLst>
          </p:cNvPr>
          <p:cNvSpPr>
            <a:spLocks noGrp="1"/>
          </p:cNvSpPr>
          <p:nvPr>
            <p:ph type="title"/>
          </p:nvPr>
        </p:nvSpPr>
        <p:spPr>
          <a:xfrm>
            <a:off x="838201" y="365125"/>
            <a:ext cx="4466502" cy="1936866"/>
          </a:xfrm>
        </p:spPr>
        <p:txBody>
          <a:bodyPr anchor="b"/>
          <a:lstStyle>
            <a:lvl1pPr>
              <a:defRPr sz="3200" cap="all" baseline="0">
                <a:solidFill>
                  <a:schemeClr val="accent3">
                    <a:lumMod val="75000"/>
                  </a:schemeClr>
                </a:solidFill>
              </a:defRPr>
            </a:lvl1pPr>
          </a:lstStyle>
          <a:p>
            <a:r>
              <a:rPr lang="en-US"/>
              <a:t>Click to edit Master title style</a:t>
            </a:r>
            <a:endParaRPr lang="en-US" dirty="0"/>
          </a:p>
        </p:txBody>
      </p:sp>
      <p:cxnSp>
        <p:nvCxnSpPr>
          <p:cNvPr id="5" name="Straight Connector 4">
            <a:extLst>
              <a:ext uri="{FF2B5EF4-FFF2-40B4-BE49-F238E27FC236}">
                <a16:creationId xmlns:a16="http://schemas.microsoft.com/office/drawing/2014/main" id="{34F613B1-323C-4C25-4526-1D3313A7161D}"/>
              </a:ext>
              <a:ext uri="{C183D7F6-B498-43B3-948B-1728B52AA6E4}">
                <adec:decorative xmlns:adec="http://schemas.microsoft.com/office/drawing/2017/decorative" val="1"/>
              </a:ext>
            </a:extLst>
          </p:cNvPr>
          <p:cNvCxnSpPr>
            <a:cxnSpLocks/>
          </p:cNvCxnSpPr>
          <p:nvPr userDrawn="1"/>
        </p:nvCxnSpPr>
        <p:spPr>
          <a:xfrm>
            <a:off x="835831" y="2620500"/>
            <a:ext cx="4471665"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13" name="Content Placeholder 12">
            <a:extLst>
              <a:ext uri="{FF2B5EF4-FFF2-40B4-BE49-F238E27FC236}">
                <a16:creationId xmlns:a16="http://schemas.microsoft.com/office/drawing/2014/main" id="{2D2C2143-1936-BBDA-A6A8-40B6DBD16AED}"/>
              </a:ext>
            </a:extLst>
          </p:cNvPr>
          <p:cNvSpPr>
            <a:spLocks noGrp="1"/>
          </p:cNvSpPr>
          <p:nvPr>
            <p:ph sz="quarter" idx="10" hasCustomPrompt="1"/>
          </p:nvPr>
        </p:nvSpPr>
        <p:spPr>
          <a:xfrm>
            <a:off x="838201" y="3097848"/>
            <a:ext cx="4466504" cy="3405187"/>
          </a:xfrm>
        </p:spPr>
        <p:txBody>
          <a:bodyPr/>
          <a:lstStyle>
            <a:lvl1pPr>
              <a:lnSpc>
                <a:spcPct val="120000"/>
              </a:lnSpc>
              <a:spcBef>
                <a:spcPts val="1000"/>
              </a:spcBef>
              <a:spcAft>
                <a:spcPts val="600"/>
              </a:spcAft>
              <a:defRPr sz="1800">
                <a:solidFill>
                  <a:schemeClr val="bg1"/>
                </a:solidFill>
                <a:latin typeface="+mn-lt"/>
              </a:defRPr>
            </a:lvl1pPr>
            <a:lvl2pPr>
              <a:lnSpc>
                <a:spcPct val="120000"/>
              </a:lnSpc>
              <a:spcBef>
                <a:spcPts val="1000"/>
              </a:spcBef>
              <a:spcAft>
                <a:spcPts val="600"/>
              </a:spcAft>
              <a:defRPr sz="1600">
                <a:solidFill>
                  <a:schemeClr val="bg1"/>
                </a:solidFill>
                <a:latin typeface="+mn-lt"/>
              </a:defRPr>
            </a:lvl2pPr>
            <a:lvl3pPr>
              <a:lnSpc>
                <a:spcPct val="120000"/>
              </a:lnSpc>
              <a:spcBef>
                <a:spcPts val="1000"/>
              </a:spcBef>
              <a:spcAft>
                <a:spcPts val="600"/>
              </a:spcAft>
              <a:defRPr sz="1400">
                <a:solidFill>
                  <a:schemeClr val="bg1"/>
                </a:solidFill>
                <a:latin typeface="+mn-lt"/>
              </a:defRPr>
            </a:lvl3pPr>
            <a:lvl4pPr>
              <a:lnSpc>
                <a:spcPct val="120000"/>
              </a:lnSpc>
              <a:spcBef>
                <a:spcPts val="1000"/>
              </a:spcBef>
              <a:spcAft>
                <a:spcPts val="600"/>
              </a:spcAft>
              <a:defRPr sz="1200">
                <a:solidFill>
                  <a:schemeClr val="bg1"/>
                </a:solidFill>
                <a:latin typeface="+mn-lt"/>
              </a:defRPr>
            </a:lvl4pPr>
            <a:lvl5pPr>
              <a:lnSpc>
                <a:spcPct val="120000"/>
              </a:lnSpc>
              <a:spcBef>
                <a:spcPts val="1000"/>
              </a:spcBef>
              <a:spcAft>
                <a:spcPts val="600"/>
              </a:spcAft>
              <a:defRPr sz="1200">
                <a:solidFill>
                  <a:schemeClr val="bg1"/>
                </a:solidFill>
                <a:latin typeface="+mn-lt"/>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10904071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Title and 2 column">
    <p:bg>
      <p:bgPr>
        <a:gradFill>
          <a:gsLst>
            <a:gs pos="100000">
              <a:schemeClr val="tx2"/>
            </a:gs>
            <a:gs pos="81000">
              <a:schemeClr val="accent6"/>
            </a:gs>
            <a:gs pos="31000">
              <a:srgbClr val="02090E"/>
            </a:gs>
            <a:gs pos="14000">
              <a:schemeClr val="accent4">
                <a:lumMod val="75000"/>
              </a:schemeClr>
            </a:gs>
            <a:gs pos="0">
              <a:schemeClr val="accent4"/>
            </a:gs>
          </a:gsLst>
          <a:lin ang="126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EB5B81B-FCE8-FE9C-8F0A-6488B25F0F6A}"/>
              </a:ext>
              <a:ext uri="{C183D7F6-B498-43B3-948B-1728B52AA6E4}">
                <adec:decorative xmlns:adec="http://schemas.microsoft.com/office/drawing/2017/decorative" val="1"/>
              </a:ext>
            </a:extLst>
          </p:cNvPr>
          <p:cNvSpPr/>
          <p:nvPr userDrawn="1"/>
        </p:nvSpPr>
        <p:spPr>
          <a:xfrm>
            <a:off x="321869" y="343814"/>
            <a:ext cx="11550701" cy="6210605"/>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321869" y="579120"/>
            <a:ext cx="11548261" cy="2733306"/>
          </a:xfrm>
        </p:spPr>
        <p:txBody>
          <a:bodyPr anchor="b">
            <a:noAutofit/>
          </a:bodyPr>
          <a:lstStyle>
            <a:lvl1pPr algn="ctr">
              <a:defRPr sz="3200" cap="all" spc="300" baseline="0"/>
            </a:lvl1pPr>
          </a:lstStyle>
          <a:p>
            <a:r>
              <a:rPr lang="en-US" dirty="0"/>
              <a:t>Click to add title</a:t>
            </a:r>
          </a:p>
        </p:txBody>
      </p:sp>
      <p:sp>
        <p:nvSpPr>
          <p:cNvPr id="7" name="Subtitle 2">
            <a:extLst>
              <a:ext uri="{FF2B5EF4-FFF2-40B4-BE49-F238E27FC236}">
                <a16:creationId xmlns:a16="http://schemas.microsoft.com/office/drawing/2014/main" id="{5F877C2F-8190-18D9-5D24-5BD7B05A29F8}"/>
              </a:ext>
            </a:extLst>
          </p:cNvPr>
          <p:cNvSpPr>
            <a:spLocks noGrp="1"/>
          </p:cNvSpPr>
          <p:nvPr>
            <p:ph type="subTitle" idx="1" hasCustomPrompt="1"/>
          </p:nvPr>
        </p:nvSpPr>
        <p:spPr>
          <a:xfrm>
            <a:off x="321868" y="3484615"/>
            <a:ext cx="11562303" cy="2387865"/>
          </a:xfrm>
        </p:spPr>
        <p:txBody>
          <a:bodyPr>
            <a:noAutofit/>
          </a:bodyPr>
          <a:lstStyle>
            <a:lvl1pPr marL="0" indent="0" algn="ctr">
              <a:buNone/>
              <a:defRPr sz="6000" b="0" i="0" cap="all" spc="600" baseline="0">
                <a:solidFill>
                  <a:schemeClr val="accent3">
                    <a:lumMod val="75000"/>
                  </a:schemeClr>
                </a:solidFill>
                <a:latin typeface="+mj-lt"/>
                <a:cs typeface="Biome Light" panose="020B03030302040208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86865902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Title">
    <p:bg>
      <p:bgPr>
        <a:gradFill>
          <a:gsLst>
            <a:gs pos="100000">
              <a:schemeClr val="tx2"/>
            </a:gs>
            <a:gs pos="79000">
              <a:schemeClr val="accent6"/>
            </a:gs>
            <a:gs pos="31000">
              <a:srgbClr val="02090E"/>
            </a:gs>
            <a:gs pos="14000">
              <a:schemeClr val="accent4">
                <a:lumMod val="75000"/>
              </a:schemeClr>
            </a:gs>
            <a:gs pos="0">
              <a:schemeClr val="accent4"/>
            </a:gs>
          </a:gsLst>
          <a:lin ang="5400000" scaled="0"/>
        </a:gra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3664209F-41AB-70E5-1B9E-7490900C59C9}"/>
              </a:ext>
              <a:ext uri="{C183D7F6-B498-43B3-948B-1728B52AA6E4}">
                <adec:decorative xmlns:adec="http://schemas.microsoft.com/office/drawing/2017/decorative" val="1"/>
              </a:ext>
            </a:extLst>
          </p:cNvPr>
          <p:cNvSpPr/>
          <p:nvPr userDrawn="1"/>
        </p:nvSpPr>
        <p:spPr>
          <a:xfrm>
            <a:off x="2" y="1"/>
            <a:ext cx="12191997" cy="6857998"/>
          </a:xfrm>
          <a:prstGeom prst="rect">
            <a:avLst/>
          </a:prstGeom>
          <a:gradFill flip="none" rotWithShape="1">
            <a:gsLst>
              <a:gs pos="0">
                <a:srgbClr val="1A012C"/>
              </a:gs>
              <a:gs pos="45000">
                <a:srgbClr val="1A012C">
                  <a:alpha val="50000"/>
                </a:srgbClr>
              </a:gs>
              <a:gs pos="100000">
                <a:schemeClr val="accent6">
                  <a:lumMod val="50000"/>
                  <a:alpha val="50000"/>
                </a:schemeClr>
              </a:gs>
            </a:gsLst>
            <a:path path="circle">
              <a:fillToRect l="50000" t="50000" r="50000" b="50000"/>
            </a:path>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032D3409-585B-54E2-1DCC-AC58804E4AE7}"/>
              </a:ext>
              <a:ext uri="{C183D7F6-B498-43B3-948B-1728B52AA6E4}">
                <adec:decorative xmlns:adec="http://schemas.microsoft.com/office/drawing/2017/decorative" val="1"/>
              </a:ext>
            </a:extLst>
          </p:cNvPr>
          <p:cNvSpPr/>
          <p:nvPr userDrawn="1"/>
        </p:nvSpPr>
        <p:spPr>
          <a:xfrm>
            <a:off x="1" y="-6350"/>
            <a:ext cx="6096000"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799891" y="511762"/>
            <a:ext cx="4960830" cy="2785158"/>
          </a:xfrm>
        </p:spPr>
        <p:txBody>
          <a:bodyPr anchor="b">
            <a:noAutofit/>
          </a:bodyPr>
          <a:lstStyle>
            <a:lvl1pPr algn="l">
              <a:defRPr sz="2400" cap="all" spc="300" baseline="0"/>
            </a:lvl1pPr>
          </a:lstStyle>
          <a:p>
            <a:r>
              <a:rPr lang="en-US" dirty="0"/>
              <a:t>Click to add title</a:t>
            </a:r>
          </a:p>
        </p:txBody>
      </p:sp>
      <p:sp>
        <p:nvSpPr>
          <p:cNvPr id="8" name="Subtitle 2">
            <a:extLst>
              <a:ext uri="{FF2B5EF4-FFF2-40B4-BE49-F238E27FC236}">
                <a16:creationId xmlns:a16="http://schemas.microsoft.com/office/drawing/2014/main" id="{E47B8A5C-E279-DB0B-E9D3-927417876125}"/>
              </a:ext>
            </a:extLst>
          </p:cNvPr>
          <p:cNvSpPr>
            <a:spLocks noGrp="1"/>
          </p:cNvSpPr>
          <p:nvPr>
            <p:ph type="subTitle" idx="1" hasCustomPrompt="1"/>
          </p:nvPr>
        </p:nvSpPr>
        <p:spPr>
          <a:xfrm>
            <a:off x="802640" y="3484615"/>
            <a:ext cx="4958081" cy="2387865"/>
          </a:xfrm>
        </p:spPr>
        <p:txBody>
          <a:bodyPr>
            <a:noAutofit/>
          </a:bodyPr>
          <a:lstStyle>
            <a:lvl1pPr marL="0" indent="0" algn="l">
              <a:buNone/>
              <a:defRPr sz="3200" b="0" i="0" cap="all" spc="600" baseline="0">
                <a:solidFill>
                  <a:schemeClr val="accent3">
                    <a:lumMod val="75000"/>
                  </a:schemeClr>
                </a:solidFill>
                <a:latin typeface="+mj-lt"/>
                <a:cs typeface="Biome Light" panose="020B03030302040208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10" name="Picture Placeholder 9">
            <a:extLst>
              <a:ext uri="{FF2B5EF4-FFF2-40B4-BE49-F238E27FC236}">
                <a16:creationId xmlns:a16="http://schemas.microsoft.com/office/drawing/2014/main" id="{D386C402-C5C5-2A54-C618-62673AD93CB4}"/>
              </a:ext>
            </a:extLst>
          </p:cNvPr>
          <p:cNvSpPr>
            <a:spLocks noGrp="1"/>
          </p:cNvSpPr>
          <p:nvPr>
            <p:ph type="pic" sz="quarter" idx="13"/>
          </p:nvPr>
        </p:nvSpPr>
        <p:spPr>
          <a:xfrm>
            <a:off x="6497638" y="336550"/>
            <a:ext cx="5322887" cy="6184900"/>
          </a:xfrm>
        </p:spPr>
        <p:txBody>
          <a:bodyPr/>
          <a:lstStyle>
            <a:lvl1pPr algn="ctr">
              <a:defRPr sz="2000"/>
            </a:lvl1pPr>
          </a:lstStyle>
          <a:p>
            <a:r>
              <a:rPr lang="en-US"/>
              <a:t>Click icon to add picture</a:t>
            </a:r>
            <a:endParaRPr lang="en-US" dirty="0"/>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368321855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6_Title and 2 column">
    <p:bg>
      <p:bgPr>
        <a:gradFill>
          <a:gsLst>
            <a:gs pos="100000">
              <a:schemeClr val="tx2"/>
            </a:gs>
            <a:gs pos="79000">
              <a:schemeClr val="accent6"/>
            </a:gs>
            <a:gs pos="55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pic>
        <p:nvPicPr>
          <p:cNvPr id="4" name="Content Placeholder 14">
            <a:extLst>
              <a:ext uri="{FF2B5EF4-FFF2-40B4-BE49-F238E27FC236}">
                <a16:creationId xmlns:a16="http://schemas.microsoft.com/office/drawing/2014/main" id="{318CE367-BBCB-F4AB-635F-4C9995EAE350}"/>
              </a:ext>
              <a:ext uri="{C183D7F6-B498-43B3-948B-1728B52AA6E4}">
                <adec:decorative xmlns:adec="http://schemas.microsoft.com/office/drawing/2017/decorative" val="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6350"/>
            <a:ext cx="2356339" cy="6853863"/>
          </a:xfrm>
          <a:prstGeom prst="rect">
            <a:avLst/>
          </a:prstGeom>
        </p:spPr>
      </p:pic>
      <p:sp>
        <p:nvSpPr>
          <p:cNvPr id="5" name="Rectangle 4">
            <a:extLst>
              <a:ext uri="{FF2B5EF4-FFF2-40B4-BE49-F238E27FC236}">
                <a16:creationId xmlns:a16="http://schemas.microsoft.com/office/drawing/2014/main" id="{5CE3FBBA-81E2-31F1-EF51-02706B5B5C0A}"/>
              </a:ext>
              <a:ext uri="{C183D7F6-B498-43B3-948B-1728B52AA6E4}">
                <adec:decorative xmlns:adec="http://schemas.microsoft.com/office/drawing/2017/decorative" val="1"/>
              </a:ext>
            </a:extLst>
          </p:cNvPr>
          <p:cNvSpPr/>
          <p:nvPr userDrawn="1"/>
        </p:nvSpPr>
        <p:spPr>
          <a:xfrm>
            <a:off x="2356339" y="-6350"/>
            <a:ext cx="9831801"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cxnSp>
        <p:nvCxnSpPr>
          <p:cNvPr id="6" name="Straight Connector 5">
            <a:extLst>
              <a:ext uri="{FF2B5EF4-FFF2-40B4-BE49-F238E27FC236}">
                <a16:creationId xmlns:a16="http://schemas.microsoft.com/office/drawing/2014/main" id="{9AD3746D-3CD1-FFA5-0019-AD0C588B1924}"/>
              </a:ext>
              <a:ext uri="{C183D7F6-B498-43B3-948B-1728B52AA6E4}">
                <adec:decorative xmlns:adec="http://schemas.microsoft.com/office/drawing/2017/decorative" val="1"/>
              </a:ext>
            </a:extLst>
          </p:cNvPr>
          <p:cNvCxnSpPr>
            <a:cxnSpLocks/>
          </p:cNvCxnSpPr>
          <p:nvPr userDrawn="1"/>
        </p:nvCxnSpPr>
        <p:spPr>
          <a:xfrm>
            <a:off x="3305669" y="2002443"/>
            <a:ext cx="7922116"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3305669" y="113097"/>
            <a:ext cx="7420819" cy="1656304"/>
          </a:xfrm>
        </p:spPr>
        <p:txBody>
          <a:bodyPr lIns="0" anchor="b">
            <a:noAutofit/>
          </a:bodyPr>
          <a:lstStyle>
            <a:lvl1pPr algn="l">
              <a:defRPr sz="3200" cap="all" spc="0" baseline="0">
                <a:solidFill>
                  <a:schemeClr val="accent3">
                    <a:lumMod val="75000"/>
                  </a:schemeClr>
                </a:solidFill>
              </a:defRPr>
            </a:lvl1pPr>
          </a:lstStyle>
          <a:p>
            <a:r>
              <a:rPr lang="en-US" dirty="0"/>
              <a:t>Click to add title</a:t>
            </a:r>
          </a:p>
        </p:txBody>
      </p:sp>
      <p:sp>
        <p:nvSpPr>
          <p:cNvPr id="13" name="Content Placeholder 12">
            <a:extLst>
              <a:ext uri="{FF2B5EF4-FFF2-40B4-BE49-F238E27FC236}">
                <a16:creationId xmlns:a16="http://schemas.microsoft.com/office/drawing/2014/main" id="{B9624CF4-7769-4663-3361-39136F5E20C8}"/>
              </a:ext>
            </a:extLst>
          </p:cNvPr>
          <p:cNvSpPr>
            <a:spLocks noGrp="1"/>
          </p:cNvSpPr>
          <p:nvPr>
            <p:ph sz="quarter" idx="31" hasCustomPrompt="1"/>
          </p:nvPr>
        </p:nvSpPr>
        <p:spPr>
          <a:xfrm>
            <a:off x="3305669" y="2470150"/>
            <a:ext cx="7420819" cy="3676649"/>
          </a:xfrm>
        </p:spPr>
        <p:txBody>
          <a:bodyPr/>
          <a:lstStyle>
            <a:lvl1pPr marL="285750" indent="-285750">
              <a:lnSpc>
                <a:spcPct val="120000"/>
              </a:lnSpc>
              <a:spcBef>
                <a:spcPts val="1000"/>
              </a:spcBef>
              <a:spcAft>
                <a:spcPts val="600"/>
              </a:spcAft>
              <a:buClr>
                <a:schemeClr val="accent3"/>
              </a:buClr>
              <a:buFont typeface="Arial" panose="020B0604020202020204" pitchFamily="34" charset="0"/>
              <a:buChar char="•"/>
              <a:defRPr sz="1800">
                <a:solidFill>
                  <a:schemeClr val="bg1"/>
                </a:solidFill>
                <a:latin typeface="+mn-lt"/>
              </a:defRPr>
            </a:lvl1pPr>
            <a:lvl2pPr marL="800100" indent="-342900">
              <a:lnSpc>
                <a:spcPct val="120000"/>
              </a:lnSpc>
              <a:spcBef>
                <a:spcPts val="1000"/>
              </a:spcBef>
              <a:spcAft>
                <a:spcPts val="600"/>
              </a:spcAft>
              <a:buClr>
                <a:schemeClr val="accent3"/>
              </a:buClr>
              <a:buFont typeface="Arial" panose="020B0604020202020204" pitchFamily="34" charset="0"/>
              <a:buChar char="•"/>
              <a:defRPr sz="1600">
                <a:solidFill>
                  <a:schemeClr val="bg1"/>
                </a:solidFill>
                <a:latin typeface="+mn-lt"/>
              </a:defRPr>
            </a:lvl2pPr>
            <a:lvl3pPr marL="1257300" indent="-342900">
              <a:lnSpc>
                <a:spcPct val="120000"/>
              </a:lnSpc>
              <a:spcBef>
                <a:spcPts val="1000"/>
              </a:spcBef>
              <a:spcAft>
                <a:spcPts val="600"/>
              </a:spcAft>
              <a:buClr>
                <a:schemeClr val="accent3"/>
              </a:buClr>
              <a:buFont typeface="Arial" panose="020B0604020202020204" pitchFamily="34" charset="0"/>
              <a:buChar char="•"/>
              <a:defRPr sz="1400">
                <a:solidFill>
                  <a:schemeClr val="bg1"/>
                </a:solidFill>
                <a:latin typeface="+mn-lt"/>
              </a:defRPr>
            </a:lvl3pPr>
            <a:lvl4pPr marL="1657350" indent="-285750">
              <a:lnSpc>
                <a:spcPct val="120000"/>
              </a:lnSpc>
              <a:spcBef>
                <a:spcPts val="1000"/>
              </a:spcBef>
              <a:spcAft>
                <a:spcPts val="600"/>
              </a:spcAft>
              <a:buClr>
                <a:schemeClr val="accent3"/>
              </a:buClr>
              <a:buFont typeface="Arial" panose="020B0604020202020204" pitchFamily="34" charset="0"/>
              <a:buChar char="•"/>
              <a:defRPr sz="1200">
                <a:solidFill>
                  <a:schemeClr val="bg1"/>
                </a:solidFill>
                <a:latin typeface="+mn-lt"/>
              </a:defRPr>
            </a:lvl4pPr>
            <a:lvl5pPr marL="2114550" indent="-285750">
              <a:lnSpc>
                <a:spcPct val="120000"/>
              </a:lnSpc>
              <a:spcBef>
                <a:spcPts val="1000"/>
              </a:spcBef>
              <a:spcAft>
                <a:spcPts val="600"/>
              </a:spcAft>
              <a:buClr>
                <a:schemeClr val="accent3"/>
              </a:buClr>
              <a:buFont typeface="Arial" panose="020B0604020202020204" pitchFamily="34" charset="0"/>
              <a:buChar char="•"/>
              <a:defRPr sz="1200">
                <a:solidFill>
                  <a:schemeClr val="bg1"/>
                </a:solidFill>
                <a:latin typeface="+mn-lt"/>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102802670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_Title and 2 column">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361F2FA-20C7-5447-C138-CE2CA1867FE7}"/>
              </a:ext>
              <a:ext uri="{C183D7F6-B498-43B3-948B-1728B52AA6E4}">
                <adec:decorative xmlns:adec="http://schemas.microsoft.com/office/drawing/2017/decorative" val="1"/>
              </a:ext>
            </a:extLst>
          </p:cNvPr>
          <p:cNvGrpSpPr/>
          <p:nvPr userDrawn="1"/>
        </p:nvGrpSpPr>
        <p:grpSpPr>
          <a:xfrm>
            <a:off x="3" y="2"/>
            <a:ext cx="12191997" cy="6857998"/>
            <a:chOff x="3" y="2"/>
            <a:chExt cx="12191997" cy="6857998"/>
          </a:xfrm>
        </p:grpSpPr>
        <p:sp>
          <p:nvSpPr>
            <p:cNvPr id="21" name="Rectangle 20">
              <a:extLst>
                <a:ext uri="{FF2B5EF4-FFF2-40B4-BE49-F238E27FC236}">
                  <a16:creationId xmlns:a16="http://schemas.microsoft.com/office/drawing/2014/main" id="{DFEDD626-82E4-71C6-25F1-CDA46B7B3F39}"/>
                </a:ext>
              </a:extLst>
            </p:cNvPr>
            <p:cNvSpPr/>
            <p:nvPr/>
          </p:nvSpPr>
          <p:spPr>
            <a:xfrm>
              <a:off x="3" y="2"/>
              <a:ext cx="12191997" cy="6857998"/>
            </a:xfrm>
            <a:prstGeom prst="rect">
              <a:avLst/>
            </a:prstGeom>
            <a:gradFill flip="none" rotWithShape="1">
              <a:gsLst>
                <a:gs pos="0">
                  <a:srgbClr val="1A012C"/>
                </a:gs>
                <a:gs pos="45000">
                  <a:srgbClr val="1A012C">
                    <a:alpha val="50000"/>
                  </a:srgbClr>
                </a:gs>
                <a:gs pos="100000">
                  <a:schemeClr val="accent6">
                    <a:lumMod val="50000"/>
                    <a:alpha val="50000"/>
                  </a:schemeClr>
                </a:gs>
              </a:gsLst>
              <a:path path="circle">
                <a:fillToRect l="50000" t="50000" r="50000" b="50000"/>
              </a:path>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 name="Picture 2">
              <a:extLst>
                <a:ext uri="{FF2B5EF4-FFF2-40B4-BE49-F238E27FC236}">
                  <a16:creationId xmlns:a16="http://schemas.microsoft.com/office/drawing/2014/main" id="{CDC952AF-CE06-54F7-CB4A-1722F90AC3DF}"/>
                </a:ext>
                <a:ext uri="{C183D7F6-B498-43B3-948B-1728B52AA6E4}">
                  <adec:decorative xmlns:adec="http://schemas.microsoft.com/office/drawing/2017/decorative" val="1"/>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3" y="2"/>
              <a:ext cx="12191994" cy="6857996"/>
            </a:xfrm>
            <a:prstGeom prst="rect">
              <a:avLst/>
            </a:prstGeom>
          </p:spPr>
        </p:pic>
        <p:grpSp>
          <p:nvGrpSpPr>
            <p:cNvPr id="11" name="Group 10">
              <a:extLst>
                <a:ext uri="{FF2B5EF4-FFF2-40B4-BE49-F238E27FC236}">
                  <a16:creationId xmlns:a16="http://schemas.microsoft.com/office/drawing/2014/main" id="{6E6EDFF3-843B-AAE9-DB73-423142606F52}"/>
                </a:ext>
              </a:extLst>
            </p:cNvPr>
            <p:cNvGrpSpPr/>
            <p:nvPr/>
          </p:nvGrpSpPr>
          <p:grpSpPr>
            <a:xfrm rot="5400000">
              <a:off x="1645776" y="1222395"/>
              <a:ext cx="431603" cy="412684"/>
              <a:chOff x="1870859" y="869908"/>
              <a:chExt cx="431603" cy="412684"/>
            </a:xfrm>
          </p:grpSpPr>
          <p:sp>
            <p:nvSpPr>
              <p:cNvPr id="12" name="Graphic 15">
                <a:extLst>
                  <a:ext uri="{FF2B5EF4-FFF2-40B4-BE49-F238E27FC236}">
                    <a16:creationId xmlns:a16="http://schemas.microsoft.com/office/drawing/2014/main" id="{312F4F85-6C79-201D-E20D-64CD4728E4C8}"/>
                  </a:ext>
                  <a:ext uri="{C183D7F6-B498-43B3-948B-1728B52AA6E4}">
                    <adec:decorative xmlns:adec="http://schemas.microsoft.com/office/drawing/2017/decorative" val="1"/>
                  </a:ext>
                </a:extLst>
              </p:cNvPr>
              <p:cNvSpPr/>
              <p:nvPr/>
            </p:nvSpPr>
            <p:spPr>
              <a:xfrm rot="10800000">
                <a:off x="1870859" y="1154576"/>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p>
                <a:endParaRPr lang="en-US" dirty="0"/>
              </a:p>
            </p:txBody>
          </p:sp>
          <p:sp>
            <p:nvSpPr>
              <p:cNvPr id="13" name="Graphic 12">
                <a:extLst>
                  <a:ext uri="{FF2B5EF4-FFF2-40B4-BE49-F238E27FC236}">
                    <a16:creationId xmlns:a16="http://schemas.microsoft.com/office/drawing/2014/main" id="{01D71DAD-ECC6-A850-88E4-A4EDCF494A24}"/>
                  </a:ext>
                  <a:ext uri="{C183D7F6-B498-43B3-948B-1728B52AA6E4}">
                    <adec:decorative xmlns:adec="http://schemas.microsoft.com/office/drawing/2017/decorative" val="1"/>
                  </a:ext>
                </a:extLst>
              </p:cNvPr>
              <p:cNvSpPr/>
              <p:nvPr/>
            </p:nvSpPr>
            <p:spPr>
              <a:xfrm>
                <a:off x="2256743" y="869908"/>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grpSp>
          <p:nvGrpSpPr>
            <p:cNvPr id="14" name="Group 13">
              <a:extLst>
                <a:ext uri="{FF2B5EF4-FFF2-40B4-BE49-F238E27FC236}">
                  <a16:creationId xmlns:a16="http://schemas.microsoft.com/office/drawing/2014/main" id="{C632CC6D-6024-2368-8EBA-4B7A2D6428BC}"/>
                </a:ext>
              </a:extLst>
            </p:cNvPr>
            <p:cNvGrpSpPr/>
            <p:nvPr/>
          </p:nvGrpSpPr>
          <p:grpSpPr>
            <a:xfrm rot="20626702">
              <a:off x="10248169" y="5448942"/>
              <a:ext cx="431603" cy="412684"/>
              <a:chOff x="1870859" y="869908"/>
              <a:chExt cx="431603" cy="412684"/>
            </a:xfrm>
          </p:grpSpPr>
          <p:sp>
            <p:nvSpPr>
              <p:cNvPr id="6" name="Graphic 15">
                <a:extLst>
                  <a:ext uri="{FF2B5EF4-FFF2-40B4-BE49-F238E27FC236}">
                    <a16:creationId xmlns:a16="http://schemas.microsoft.com/office/drawing/2014/main" id="{B05BE7BE-7D54-A09B-8A67-6B28CF6BB6C0}"/>
                  </a:ext>
                  <a:ext uri="{C183D7F6-B498-43B3-948B-1728B52AA6E4}">
                    <adec:decorative xmlns:adec="http://schemas.microsoft.com/office/drawing/2017/decorative" val="1"/>
                  </a:ext>
                </a:extLst>
              </p:cNvPr>
              <p:cNvSpPr/>
              <p:nvPr/>
            </p:nvSpPr>
            <p:spPr>
              <a:xfrm rot="10800000">
                <a:off x="1870859" y="1154576"/>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p>
                <a:endParaRPr lang="en-US" dirty="0"/>
              </a:p>
            </p:txBody>
          </p:sp>
          <p:sp>
            <p:nvSpPr>
              <p:cNvPr id="7" name="Graphic 12">
                <a:extLst>
                  <a:ext uri="{FF2B5EF4-FFF2-40B4-BE49-F238E27FC236}">
                    <a16:creationId xmlns:a16="http://schemas.microsoft.com/office/drawing/2014/main" id="{258346A9-F75C-6704-EEED-CF7A8A0F8010}"/>
                  </a:ext>
                  <a:ext uri="{C183D7F6-B498-43B3-948B-1728B52AA6E4}">
                    <adec:decorative xmlns:adec="http://schemas.microsoft.com/office/drawing/2017/decorative" val="1"/>
                  </a:ext>
                </a:extLst>
              </p:cNvPr>
              <p:cNvSpPr/>
              <p:nvPr/>
            </p:nvSpPr>
            <p:spPr>
              <a:xfrm>
                <a:off x="2256743" y="869908"/>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grpSp>
      <p:sp>
        <p:nvSpPr>
          <p:cNvPr id="2" name="Title 1">
            <a:extLst>
              <a:ext uri="{FF2B5EF4-FFF2-40B4-BE49-F238E27FC236}">
                <a16:creationId xmlns:a16="http://schemas.microsoft.com/office/drawing/2014/main" id="{782CC39D-03B1-4933-F236-462B5862EBEC}"/>
              </a:ext>
            </a:extLst>
          </p:cNvPr>
          <p:cNvSpPr>
            <a:spLocks noGrp="1"/>
          </p:cNvSpPr>
          <p:nvPr>
            <p:ph type="title"/>
          </p:nvPr>
        </p:nvSpPr>
        <p:spPr>
          <a:xfrm>
            <a:off x="2932448" y="264160"/>
            <a:ext cx="6327105" cy="3373973"/>
          </a:xfrm>
        </p:spPr>
        <p:txBody>
          <a:bodyPr anchor="b"/>
          <a:lstStyle>
            <a:lvl1pPr algn="ctr">
              <a:defRPr sz="3200" cap="all" spc="600" baseline="0">
                <a:solidFill>
                  <a:schemeClr val="accent3">
                    <a:lumMod val="75000"/>
                  </a:schemeClr>
                </a:solidFill>
              </a:defRPr>
            </a:lvl1pPr>
          </a:lstStyle>
          <a:p>
            <a:r>
              <a:rPr lang="en-US"/>
              <a:t>Click to edit Master title style</a:t>
            </a:r>
            <a:endParaRPr lang="en-US" dirty="0"/>
          </a:p>
        </p:txBody>
      </p:sp>
      <p:sp>
        <p:nvSpPr>
          <p:cNvPr id="5" name="Subtitle 2">
            <a:extLst>
              <a:ext uri="{FF2B5EF4-FFF2-40B4-BE49-F238E27FC236}">
                <a16:creationId xmlns:a16="http://schemas.microsoft.com/office/drawing/2014/main" id="{F711CA51-49DC-62CA-F147-F286B1C9DBD9}"/>
              </a:ext>
            </a:extLst>
          </p:cNvPr>
          <p:cNvSpPr>
            <a:spLocks noGrp="1"/>
          </p:cNvSpPr>
          <p:nvPr>
            <p:ph type="subTitle" idx="1" hasCustomPrompt="1"/>
          </p:nvPr>
        </p:nvSpPr>
        <p:spPr>
          <a:xfrm>
            <a:off x="2932448" y="3962135"/>
            <a:ext cx="6327105" cy="2653771"/>
          </a:xfrm>
        </p:spPr>
        <p:txBody>
          <a:bodyPr>
            <a:noAutofit/>
          </a:bodyPr>
          <a:lstStyle>
            <a:lvl1pPr marL="0" indent="0" algn="ctr">
              <a:buNone/>
              <a:defRPr sz="1800" b="0" i="0" cap="all" spc="300" baseline="0">
                <a:solidFill>
                  <a:schemeClr val="bg1"/>
                </a:solidFill>
                <a:latin typeface="+mj-lt"/>
                <a:cs typeface="Biome Light" panose="020B03030302040208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Tree>
    <p:extLst>
      <p:ext uri="{BB962C8B-B14F-4D97-AF65-F5344CB8AC3E}">
        <p14:creationId xmlns:p14="http://schemas.microsoft.com/office/powerpoint/2010/main" val="111834145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7_Title and 2 column">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9C7D5518-914C-92E3-E9EC-26752C9F05AD}"/>
              </a:ext>
              <a:ext uri="{C183D7F6-B498-43B3-948B-1728B52AA6E4}">
                <adec:decorative xmlns:adec="http://schemas.microsoft.com/office/drawing/2017/decorative" val="1"/>
              </a:ext>
            </a:extLst>
          </p:cNvPr>
          <p:cNvGrpSpPr/>
          <p:nvPr userDrawn="1"/>
        </p:nvGrpSpPr>
        <p:grpSpPr>
          <a:xfrm>
            <a:off x="-1" y="-6350"/>
            <a:ext cx="12192000" cy="6864350"/>
            <a:chOff x="-1" y="-6350"/>
            <a:chExt cx="12192000" cy="6864350"/>
          </a:xfrm>
        </p:grpSpPr>
        <p:sp>
          <p:nvSpPr>
            <p:cNvPr id="4" name="Rectangle 3">
              <a:extLst>
                <a:ext uri="{FF2B5EF4-FFF2-40B4-BE49-F238E27FC236}">
                  <a16:creationId xmlns:a16="http://schemas.microsoft.com/office/drawing/2014/main" id="{C82D0B82-F74C-65EF-3BF6-8EEA16F36B7D}"/>
                </a:ext>
                <a:ext uri="{C183D7F6-B498-43B3-948B-1728B52AA6E4}">
                  <adec:decorative xmlns:adec="http://schemas.microsoft.com/office/drawing/2017/decorative" val="1"/>
                </a:ext>
              </a:extLst>
            </p:cNvPr>
            <p:cNvSpPr/>
            <p:nvPr/>
          </p:nvSpPr>
          <p:spPr>
            <a:xfrm>
              <a:off x="1428750" y="-6350"/>
              <a:ext cx="10763249"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pic>
          <p:nvPicPr>
            <p:cNvPr id="6" name="Picture 5" descr="A blue and purple spiral&#10;&#10;Description automatically generated">
              <a:extLst>
                <a:ext uri="{FF2B5EF4-FFF2-40B4-BE49-F238E27FC236}">
                  <a16:creationId xmlns:a16="http://schemas.microsoft.com/office/drawing/2014/main" id="{44E12326-9CF4-38EC-1BAF-1F994F220899}"/>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b="-93"/>
            <a:stretch/>
          </p:blipFill>
          <p:spPr>
            <a:xfrm flipH="1">
              <a:off x="-1" y="0"/>
              <a:ext cx="1428751" cy="6858000"/>
            </a:xfrm>
            <a:prstGeom prst="rect">
              <a:avLst/>
            </a:prstGeom>
          </p:spPr>
        </p:pic>
        <p:grpSp>
          <p:nvGrpSpPr>
            <p:cNvPr id="7" name="Group 6">
              <a:extLst>
                <a:ext uri="{FF2B5EF4-FFF2-40B4-BE49-F238E27FC236}">
                  <a16:creationId xmlns:a16="http://schemas.microsoft.com/office/drawing/2014/main" id="{AD5C1D9C-B114-FC6A-9213-7287D39EAD9F}"/>
                </a:ext>
              </a:extLst>
            </p:cNvPr>
            <p:cNvGrpSpPr/>
            <p:nvPr/>
          </p:nvGrpSpPr>
          <p:grpSpPr>
            <a:xfrm>
              <a:off x="10649689" y="4382998"/>
              <a:ext cx="754139" cy="1865729"/>
              <a:chOff x="653351" y="2693558"/>
              <a:chExt cx="754139" cy="1865729"/>
            </a:xfrm>
          </p:grpSpPr>
          <p:sp>
            <p:nvSpPr>
              <p:cNvPr id="11" name="Graphic 15">
                <a:extLst>
                  <a:ext uri="{FF2B5EF4-FFF2-40B4-BE49-F238E27FC236}">
                    <a16:creationId xmlns:a16="http://schemas.microsoft.com/office/drawing/2014/main" id="{2BC89B10-C93E-8CE5-73B3-F6049168C313}"/>
                  </a:ext>
                  <a:ext uri="{C183D7F6-B498-43B3-948B-1728B52AA6E4}">
                    <adec:decorative xmlns:adec="http://schemas.microsoft.com/office/drawing/2017/decorative" val="1"/>
                  </a:ext>
                </a:extLst>
              </p:cNvPr>
              <p:cNvSpPr/>
              <p:nvPr/>
            </p:nvSpPr>
            <p:spPr>
              <a:xfrm>
                <a:off x="1098137" y="2693558"/>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p>
                <a:endParaRPr lang="en-US" dirty="0"/>
              </a:p>
            </p:txBody>
          </p:sp>
          <p:sp>
            <p:nvSpPr>
              <p:cNvPr id="12" name="Graphic 12">
                <a:extLst>
                  <a:ext uri="{FF2B5EF4-FFF2-40B4-BE49-F238E27FC236}">
                    <a16:creationId xmlns:a16="http://schemas.microsoft.com/office/drawing/2014/main" id="{39DB2AA2-9661-AC91-932D-2F1BEC47BD84}"/>
                  </a:ext>
                  <a:ext uri="{C183D7F6-B498-43B3-948B-1728B52AA6E4}">
                    <adec:decorative xmlns:adec="http://schemas.microsoft.com/office/drawing/2017/decorative" val="1"/>
                  </a:ext>
                </a:extLst>
              </p:cNvPr>
              <p:cNvSpPr/>
              <p:nvPr/>
            </p:nvSpPr>
            <p:spPr>
              <a:xfrm>
                <a:off x="1306906" y="3837599"/>
                <a:ext cx="100584" cy="100584"/>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sp>
            <p:nvSpPr>
              <p:cNvPr id="13" name="Graphic 12">
                <a:extLst>
                  <a:ext uri="{FF2B5EF4-FFF2-40B4-BE49-F238E27FC236}">
                    <a16:creationId xmlns:a16="http://schemas.microsoft.com/office/drawing/2014/main" id="{86C9AC9B-3792-E880-03FE-D46FB046AB63}"/>
                  </a:ext>
                  <a:ext uri="{C183D7F6-B498-43B3-948B-1728B52AA6E4}">
                    <adec:decorative xmlns:adec="http://schemas.microsoft.com/office/drawing/2017/decorative" val="1"/>
                  </a:ext>
                </a:extLst>
              </p:cNvPr>
              <p:cNvSpPr/>
              <p:nvPr/>
            </p:nvSpPr>
            <p:spPr>
              <a:xfrm>
                <a:off x="653351" y="4521502"/>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grpSp>
          <p:nvGrpSpPr>
            <p:cNvPr id="8" name="Group 7">
              <a:extLst>
                <a:ext uri="{FF2B5EF4-FFF2-40B4-BE49-F238E27FC236}">
                  <a16:creationId xmlns:a16="http://schemas.microsoft.com/office/drawing/2014/main" id="{1142A133-65D6-D958-C0CD-E8D45B9BD7BB}"/>
                </a:ext>
              </a:extLst>
            </p:cNvPr>
            <p:cNvGrpSpPr/>
            <p:nvPr/>
          </p:nvGrpSpPr>
          <p:grpSpPr>
            <a:xfrm>
              <a:off x="1870859" y="869908"/>
              <a:ext cx="431603" cy="412684"/>
              <a:chOff x="1870859" y="869908"/>
              <a:chExt cx="431603" cy="412684"/>
            </a:xfrm>
          </p:grpSpPr>
          <p:sp>
            <p:nvSpPr>
              <p:cNvPr id="9" name="Graphic 15">
                <a:extLst>
                  <a:ext uri="{FF2B5EF4-FFF2-40B4-BE49-F238E27FC236}">
                    <a16:creationId xmlns:a16="http://schemas.microsoft.com/office/drawing/2014/main" id="{A746B023-387D-4EAC-052B-60F131E6E707}"/>
                  </a:ext>
                  <a:ext uri="{C183D7F6-B498-43B3-948B-1728B52AA6E4}">
                    <adec:decorative xmlns:adec="http://schemas.microsoft.com/office/drawing/2017/decorative" val="1"/>
                  </a:ext>
                </a:extLst>
              </p:cNvPr>
              <p:cNvSpPr/>
              <p:nvPr/>
            </p:nvSpPr>
            <p:spPr>
              <a:xfrm rot="10800000">
                <a:off x="1870859" y="1154576"/>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p>
                <a:endParaRPr lang="en-US" dirty="0"/>
              </a:p>
            </p:txBody>
          </p:sp>
          <p:sp>
            <p:nvSpPr>
              <p:cNvPr id="10" name="Graphic 12">
                <a:extLst>
                  <a:ext uri="{FF2B5EF4-FFF2-40B4-BE49-F238E27FC236}">
                    <a16:creationId xmlns:a16="http://schemas.microsoft.com/office/drawing/2014/main" id="{20760125-21CF-A296-3EA7-3C6C0E9BCB2F}"/>
                  </a:ext>
                  <a:ext uri="{C183D7F6-B498-43B3-948B-1728B52AA6E4}">
                    <adec:decorative xmlns:adec="http://schemas.microsoft.com/office/drawing/2017/decorative" val="1"/>
                  </a:ext>
                </a:extLst>
              </p:cNvPr>
              <p:cNvSpPr/>
              <p:nvPr/>
            </p:nvSpPr>
            <p:spPr>
              <a:xfrm>
                <a:off x="2256743" y="869908"/>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grpSp>
      <p:cxnSp>
        <p:nvCxnSpPr>
          <p:cNvPr id="14" name="Straight Connector 13">
            <a:extLst>
              <a:ext uri="{FF2B5EF4-FFF2-40B4-BE49-F238E27FC236}">
                <a16:creationId xmlns:a16="http://schemas.microsoft.com/office/drawing/2014/main" id="{7F851D11-41E3-33F2-CBA6-B2A9A5A2A517}"/>
              </a:ext>
              <a:ext uri="{C183D7F6-B498-43B3-948B-1728B52AA6E4}">
                <adec:decorative xmlns:adec="http://schemas.microsoft.com/office/drawing/2017/decorative" val="1"/>
              </a:ext>
            </a:extLst>
          </p:cNvPr>
          <p:cNvCxnSpPr>
            <a:cxnSpLocks/>
          </p:cNvCxnSpPr>
          <p:nvPr userDrawn="1"/>
        </p:nvCxnSpPr>
        <p:spPr>
          <a:xfrm>
            <a:off x="2369139" y="2002443"/>
            <a:ext cx="8873530"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2399620" y="162560"/>
            <a:ext cx="8843050" cy="1616904"/>
          </a:xfrm>
        </p:spPr>
        <p:txBody>
          <a:bodyPr lIns="0" anchor="b">
            <a:noAutofit/>
          </a:bodyPr>
          <a:lstStyle>
            <a:lvl1pPr algn="l">
              <a:defRPr sz="3200" cap="all" spc="0" baseline="0">
                <a:solidFill>
                  <a:schemeClr val="accent3">
                    <a:lumMod val="75000"/>
                  </a:schemeClr>
                </a:solidFill>
              </a:defRPr>
            </a:lvl1pPr>
          </a:lstStyle>
          <a:p>
            <a:r>
              <a:rPr lang="en-US" dirty="0"/>
              <a:t>Click to add title</a:t>
            </a:r>
          </a:p>
        </p:txBody>
      </p:sp>
      <p:sp>
        <p:nvSpPr>
          <p:cNvPr id="5" name="Content Placeholder 4">
            <a:extLst>
              <a:ext uri="{FF2B5EF4-FFF2-40B4-BE49-F238E27FC236}">
                <a16:creationId xmlns:a16="http://schemas.microsoft.com/office/drawing/2014/main" id="{A2003C5A-BF21-DE87-0ED1-3E2D0F32B5D8}"/>
              </a:ext>
            </a:extLst>
          </p:cNvPr>
          <p:cNvSpPr>
            <a:spLocks noGrp="1"/>
          </p:cNvSpPr>
          <p:nvPr>
            <p:ph sz="quarter" idx="35" hasCustomPrompt="1"/>
          </p:nvPr>
        </p:nvSpPr>
        <p:spPr>
          <a:xfrm>
            <a:off x="2373002" y="2474811"/>
            <a:ext cx="4015098" cy="3528397"/>
          </a:xfrm>
        </p:spPr>
        <p:txBody>
          <a:bodyPr/>
          <a:lstStyle>
            <a:lvl1pPr marL="0" indent="0">
              <a:lnSpc>
                <a:spcPct val="120000"/>
              </a:lnSpc>
              <a:spcBef>
                <a:spcPts val="1000"/>
              </a:spcBef>
              <a:buClr>
                <a:schemeClr val="accent6"/>
              </a:buClr>
              <a:buFont typeface="Arial" panose="020B0604020202020204" pitchFamily="34" charset="0"/>
              <a:buNone/>
              <a:defRPr sz="1800" spc="0" baseline="0">
                <a:solidFill>
                  <a:schemeClr val="bg1"/>
                </a:solidFill>
                <a:latin typeface="+mn-lt"/>
              </a:defRPr>
            </a:lvl1pPr>
            <a:lvl2pPr marL="283464"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2pPr>
            <a:lvl3pPr marL="566928"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3pPr>
            <a:lvl4pPr marL="859536"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21" name="Content Placeholder 4">
            <a:extLst>
              <a:ext uri="{FF2B5EF4-FFF2-40B4-BE49-F238E27FC236}">
                <a16:creationId xmlns:a16="http://schemas.microsoft.com/office/drawing/2014/main" id="{D77F99A7-26FA-422E-43E9-C76B4A56E44A}"/>
              </a:ext>
            </a:extLst>
          </p:cNvPr>
          <p:cNvSpPr>
            <a:spLocks noGrp="1"/>
          </p:cNvSpPr>
          <p:nvPr>
            <p:ph sz="quarter" idx="36" hasCustomPrompt="1"/>
          </p:nvPr>
        </p:nvSpPr>
        <p:spPr>
          <a:xfrm>
            <a:off x="6995159" y="2474811"/>
            <a:ext cx="4227332" cy="3528397"/>
          </a:xfrm>
        </p:spPr>
        <p:txBody>
          <a:bodyPr/>
          <a:lstStyle>
            <a:lvl1pPr marL="0" indent="0">
              <a:lnSpc>
                <a:spcPct val="120000"/>
              </a:lnSpc>
              <a:spcBef>
                <a:spcPts val="1000"/>
              </a:spcBef>
              <a:buClr>
                <a:schemeClr val="accent6"/>
              </a:buClr>
              <a:buFont typeface="Arial" panose="020B0604020202020204" pitchFamily="34" charset="0"/>
              <a:buNone/>
              <a:defRPr sz="1800" spc="0" baseline="0">
                <a:solidFill>
                  <a:schemeClr val="bg1"/>
                </a:solidFill>
                <a:latin typeface="+mn-lt"/>
              </a:defRPr>
            </a:lvl1pPr>
            <a:lvl2pPr marL="283464"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2pPr>
            <a:lvl3pPr marL="566928"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3pPr>
            <a:lvl4pPr marL="859536"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127582842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8_Title and 2 column">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3A7247A-846A-F316-B494-69B42CBF34DD}"/>
              </a:ext>
              <a:ext uri="{C183D7F6-B498-43B3-948B-1728B52AA6E4}">
                <adec:decorative xmlns:adec="http://schemas.microsoft.com/office/drawing/2017/decorative" val="1"/>
              </a:ext>
            </a:extLst>
          </p:cNvPr>
          <p:cNvSpPr/>
          <p:nvPr userDrawn="1"/>
        </p:nvSpPr>
        <p:spPr>
          <a:xfrm>
            <a:off x="321869" y="343814"/>
            <a:ext cx="11550701" cy="6210605"/>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cxnSp>
        <p:nvCxnSpPr>
          <p:cNvPr id="4" name="Straight Connector 3">
            <a:extLst>
              <a:ext uri="{FF2B5EF4-FFF2-40B4-BE49-F238E27FC236}">
                <a16:creationId xmlns:a16="http://schemas.microsoft.com/office/drawing/2014/main" id="{884B3AF6-983E-0901-0045-6CDF4E93E1BA}"/>
              </a:ext>
              <a:ext uri="{C183D7F6-B498-43B3-948B-1728B52AA6E4}">
                <adec:decorative xmlns:adec="http://schemas.microsoft.com/office/drawing/2017/decorative" val="1"/>
              </a:ext>
            </a:extLst>
          </p:cNvPr>
          <p:cNvCxnSpPr>
            <a:cxnSpLocks/>
          </p:cNvCxnSpPr>
          <p:nvPr userDrawn="1"/>
        </p:nvCxnSpPr>
        <p:spPr>
          <a:xfrm>
            <a:off x="807039" y="1983705"/>
            <a:ext cx="10435630"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grpSp>
        <p:nvGrpSpPr>
          <p:cNvPr id="9" name="Group 8">
            <a:extLst>
              <a:ext uri="{FF2B5EF4-FFF2-40B4-BE49-F238E27FC236}">
                <a16:creationId xmlns:a16="http://schemas.microsoft.com/office/drawing/2014/main" id="{3C5B7647-403E-A66E-6CF4-0D3A99AA5154}"/>
              </a:ext>
              <a:ext uri="{C183D7F6-B498-43B3-948B-1728B52AA6E4}">
                <adec:decorative xmlns:adec="http://schemas.microsoft.com/office/drawing/2017/decorative" val="1"/>
              </a:ext>
            </a:extLst>
          </p:cNvPr>
          <p:cNvGrpSpPr/>
          <p:nvPr userDrawn="1"/>
        </p:nvGrpSpPr>
        <p:grpSpPr>
          <a:xfrm rot="10800000" flipH="1">
            <a:off x="10488530" y="4210019"/>
            <a:ext cx="754139" cy="1865729"/>
            <a:chOff x="653351" y="2693558"/>
            <a:chExt cx="754139" cy="1865729"/>
          </a:xfrm>
        </p:grpSpPr>
        <p:sp>
          <p:nvSpPr>
            <p:cNvPr id="10" name="Graphic 15">
              <a:extLst>
                <a:ext uri="{FF2B5EF4-FFF2-40B4-BE49-F238E27FC236}">
                  <a16:creationId xmlns:a16="http://schemas.microsoft.com/office/drawing/2014/main" id="{E48E731E-FEF1-9C59-64B0-9CB6E8853912}"/>
                </a:ext>
                <a:ext uri="{C183D7F6-B498-43B3-948B-1728B52AA6E4}">
                  <adec:decorative xmlns:adec="http://schemas.microsoft.com/office/drawing/2017/decorative" val="1"/>
                </a:ext>
              </a:extLst>
            </p:cNvPr>
            <p:cNvSpPr/>
            <p:nvPr/>
          </p:nvSpPr>
          <p:spPr>
            <a:xfrm>
              <a:off x="1098137" y="2693558"/>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p>
              <a:endParaRPr lang="en-US" dirty="0"/>
            </a:p>
          </p:txBody>
        </p:sp>
        <p:sp>
          <p:nvSpPr>
            <p:cNvPr id="11" name="Graphic 12">
              <a:extLst>
                <a:ext uri="{FF2B5EF4-FFF2-40B4-BE49-F238E27FC236}">
                  <a16:creationId xmlns:a16="http://schemas.microsoft.com/office/drawing/2014/main" id="{AFE83BB3-4D12-8E20-CA93-1834D7F0A434}"/>
                </a:ext>
                <a:ext uri="{C183D7F6-B498-43B3-948B-1728B52AA6E4}">
                  <adec:decorative xmlns:adec="http://schemas.microsoft.com/office/drawing/2017/decorative" val="1"/>
                </a:ext>
              </a:extLst>
            </p:cNvPr>
            <p:cNvSpPr/>
            <p:nvPr/>
          </p:nvSpPr>
          <p:spPr>
            <a:xfrm>
              <a:off x="1306906" y="3837599"/>
              <a:ext cx="100584" cy="100584"/>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sp>
          <p:nvSpPr>
            <p:cNvPr id="12" name="Graphic 12">
              <a:extLst>
                <a:ext uri="{FF2B5EF4-FFF2-40B4-BE49-F238E27FC236}">
                  <a16:creationId xmlns:a16="http://schemas.microsoft.com/office/drawing/2014/main" id="{3EB1D810-BC05-6C0E-0DE4-3604EBAADCC3}"/>
                </a:ext>
                <a:ext uri="{C183D7F6-B498-43B3-948B-1728B52AA6E4}">
                  <adec:decorative xmlns:adec="http://schemas.microsoft.com/office/drawing/2017/decorative" val="1"/>
                </a:ext>
              </a:extLst>
            </p:cNvPr>
            <p:cNvSpPr/>
            <p:nvPr/>
          </p:nvSpPr>
          <p:spPr>
            <a:xfrm>
              <a:off x="653351" y="4521502"/>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741680" y="430482"/>
            <a:ext cx="10500989" cy="1327464"/>
          </a:xfrm>
        </p:spPr>
        <p:txBody>
          <a:bodyPr anchor="b">
            <a:noAutofit/>
          </a:bodyPr>
          <a:lstStyle>
            <a:lvl1pPr algn="l">
              <a:defRPr sz="3200" cap="all" spc="0" baseline="0">
                <a:solidFill>
                  <a:schemeClr val="accent3">
                    <a:lumMod val="75000"/>
                  </a:schemeClr>
                </a:solidFill>
              </a:defRPr>
            </a:lvl1pPr>
          </a:lstStyle>
          <a:p>
            <a:r>
              <a:rPr lang="en-US" dirty="0"/>
              <a:t>Click to add title</a:t>
            </a:r>
          </a:p>
        </p:txBody>
      </p:sp>
      <p:sp>
        <p:nvSpPr>
          <p:cNvPr id="5" name="Content Placeholder 4">
            <a:extLst>
              <a:ext uri="{FF2B5EF4-FFF2-40B4-BE49-F238E27FC236}">
                <a16:creationId xmlns:a16="http://schemas.microsoft.com/office/drawing/2014/main" id="{A2003C5A-BF21-DE87-0ED1-3E2D0F32B5D8}"/>
              </a:ext>
            </a:extLst>
          </p:cNvPr>
          <p:cNvSpPr>
            <a:spLocks noGrp="1"/>
          </p:cNvSpPr>
          <p:nvPr>
            <p:ph sz="quarter" idx="35" hasCustomPrompt="1"/>
          </p:nvPr>
        </p:nvSpPr>
        <p:spPr>
          <a:xfrm>
            <a:off x="807038" y="2465539"/>
            <a:ext cx="3774587" cy="3723753"/>
          </a:xfrm>
        </p:spPr>
        <p:txBody>
          <a:bodyPr/>
          <a:lstStyle>
            <a:lvl1pPr marL="342900" indent="-342900">
              <a:lnSpc>
                <a:spcPct val="120000"/>
              </a:lnSpc>
              <a:spcBef>
                <a:spcPts val="1000"/>
              </a:spcBef>
              <a:buClr>
                <a:schemeClr val="accent3">
                  <a:lumMod val="75000"/>
                </a:schemeClr>
              </a:buClr>
              <a:buFont typeface="+mj-lt"/>
              <a:buAutoNum type="arabicPeriod"/>
              <a:defRPr sz="1800" spc="0" baseline="0">
                <a:solidFill>
                  <a:schemeClr val="bg1"/>
                </a:solidFill>
                <a:latin typeface="+mn-lt"/>
              </a:defRPr>
            </a:lvl1pPr>
            <a:lvl2pPr marL="626364" indent="-342900">
              <a:lnSpc>
                <a:spcPct val="120000"/>
              </a:lnSpc>
              <a:spcBef>
                <a:spcPts val="1000"/>
              </a:spcBef>
              <a:buClr>
                <a:schemeClr val="accent3">
                  <a:lumMod val="75000"/>
                </a:schemeClr>
              </a:buClr>
              <a:buFont typeface="+mj-lt"/>
              <a:buAutoNum type="alphaLcPeriod"/>
              <a:defRPr sz="1800" spc="0">
                <a:solidFill>
                  <a:schemeClr val="bg1"/>
                </a:solidFill>
                <a:latin typeface="+mn-lt"/>
              </a:defRPr>
            </a:lvl2pPr>
            <a:lvl3pPr marL="918972" indent="-342900">
              <a:lnSpc>
                <a:spcPct val="120000"/>
              </a:lnSpc>
              <a:spcBef>
                <a:spcPts val="1000"/>
              </a:spcBef>
              <a:buClr>
                <a:schemeClr val="accent3">
                  <a:lumMod val="75000"/>
                </a:schemeClr>
              </a:buClr>
              <a:buFont typeface="+mj-lt"/>
              <a:buAutoNum type="arabicParenR"/>
              <a:defRPr sz="1800" spc="0">
                <a:solidFill>
                  <a:schemeClr val="bg1"/>
                </a:solidFill>
                <a:latin typeface="+mn-lt"/>
              </a:defRPr>
            </a:lvl3pPr>
            <a:lvl4pPr marL="1209294" indent="-342900">
              <a:lnSpc>
                <a:spcPct val="120000"/>
              </a:lnSpc>
              <a:spcBef>
                <a:spcPts val="1000"/>
              </a:spcBef>
              <a:buClr>
                <a:schemeClr val="accent3">
                  <a:lumMod val="75000"/>
                </a:schemeClr>
              </a:buClr>
              <a:buFont typeface="+mj-lt"/>
              <a:buAutoNum type="alphaLcParenR"/>
              <a:defRPr sz="1800" spc="0">
                <a:solidFill>
                  <a:schemeClr val="bg1"/>
                </a:solidFill>
                <a:latin typeface="+mn-lt"/>
              </a:defRPr>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9" name="Content Placeholder 4">
            <a:extLst>
              <a:ext uri="{FF2B5EF4-FFF2-40B4-BE49-F238E27FC236}">
                <a16:creationId xmlns:a16="http://schemas.microsoft.com/office/drawing/2014/main" id="{39870F08-C2AE-9AF7-58DE-EEA8A48BEDA9}"/>
              </a:ext>
            </a:extLst>
          </p:cNvPr>
          <p:cNvSpPr>
            <a:spLocks noGrp="1"/>
          </p:cNvSpPr>
          <p:nvPr>
            <p:ph sz="quarter" idx="36" hasCustomPrompt="1"/>
          </p:nvPr>
        </p:nvSpPr>
        <p:spPr>
          <a:xfrm>
            <a:off x="4927600" y="2465539"/>
            <a:ext cx="6315069" cy="3723753"/>
          </a:xfrm>
        </p:spPr>
        <p:txBody>
          <a:bodyPr/>
          <a:lstStyle>
            <a:lvl1pPr marL="0" indent="0">
              <a:lnSpc>
                <a:spcPct val="120000"/>
              </a:lnSpc>
              <a:spcBef>
                <a:spcPts val="1000"/>
              </a:spcBef>
              <a:buClr>
                <a:schemeClr val="accent6"/>
              </a:buClr>
              <a:buFont typeface="Arial" panose="020B0604020202020204" pitchFamily="34" charset="0"/>
              <a:buNone/>
              <a:defRPr sz="1800" spc="0" baseline="0">
                <a:solidFill>
                  <a:schemeClr val="bg1"/>
                </a:solidFill>
                <a:latin typeface="+mn-lt"/>
              </a:defRPr>
            </a:lvl1pPr>
            <a:lvl2pPr marL="283464"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latin typeface="+mn-lt"/>
              </a:defRPr>
            </a:lvl2pPr>
            <a:lvl3pPr marL="566928"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latin typeface="+mn-lt"/>
              </a:defRPr>
            </a:lvl3pPr>
            <a:lvl4pPr marL="859536"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latin typeface="+mn-lt"/>
              </a:defRPr>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96622275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le and 2 column">
    <p:bg>
      <p:bgPr>
        <a:gradFill>
          <a:gsLst>
            <a:gs pos="100000">
              <a:schemeClr val="tx2"/>
            </a:gs>
            <a:gs pos="81000">
              <a:schemeClr val="accent6"/>
            </a:gs>
            <a:gs pos="55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123B0D0-B01D-0BB0-6127-A878BE49D18E}"/>
              </a:ext>
              <a:ext uri="{C183D7F6-B498-43B3-948B-1728B52AA6E4}">
                <adec:decorative xmlns:adec="http://schemas.microsoft.com/office/drawing/2017/decorative" val="1"/>
              </a:ext>
            </a:extLst>
          </p:cNvPr>
          <p:cNvSpPr/>
          <p:nvPr userDrawn="1"/>
        </p:nvSpPr>
        <p:spPr>
          <a:xfrm>
            <a:off x="6039728" y="-6350"/>
            <a:ext cx="6154615"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Nova"/>
              <a:ea typeface="+mn-ea"/>
              <a:cs typeface="+mn-cs"/>
            </a:endParaRPr>
          </a:p>
        </p:txBody>
      </p: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6889627" y="173736"/>
            <a:ext cx="4352662" cy="2203704"/>
          </a:xfrm>
        </p:spPr>
        <p:txBody>
          <a:bodyPr anchor="b">
            <a:noAutofit/>
          </a:bodyPr>
          <a:lstStyle>
            <a:lvl1pPr algn="l">
              <a:defRPr sz="3200" cap="all" spc="0" baseline="0">
                <a:solidFill>
                  <a:schemeClr val="accent3">
                    <a:lumMod val="75000"/>
                  </a:schemeClr>
                </a:solidFill>
              </a:defRPr>
            </a:lvl1pPr>
          </a:lstStyle>
          <a:p>
            <a:r>
              <a:rPr lang="en-US" dirty="0"/>
              <a:t>Click to add title</a:t>
            </a:r>
          </a:p>
        </p:txBody>
      </p:sp>
      <p:sp>
        <p:nvSpPr>
          <p:cNvPr id="10" name="Picture Placeholder 9">
            <a:extLst>
              <a:ext uri="{FF2B5EF4-FFF2-40B4-BE49-F238E27FC236}">
                <a16:creationId xmlns:a16="http://schemas.microsoft.com/office/drawing/2014/main" id="{6C363351-4779-B42E-ED7A-C4AF2920BABC}"/>
              </a:ext>
            </a:extLst>
          </p:cNvPr>
          <p:cNvSpPr>
            <a:spLocks noGrp="1"/>
          </p:cNvSpPr>
          <p:nvPr>
            <p:ph type="pic" sz="quarter" idx="37"/>
          </p:nvPr>
        </p:nvSpPr>
        <p:spPr>
          <a:xfrm>
            <a:off x="336550" y="336550"/>
            <a:ext cx="5303640" cy="6184900"/>
          </a:xfrm>
        </p:spPr>
        <p:txBody>
          <a:bodyPr/>
          <a:lstStyle>
            <a:lvl1pPr algn="ctr">
              <a:defRPr sz="2000"/>
            </a:lvl1pPr>
          </a:lstStyle>
          <a:p>
            <a:r>
              <a:rPr lang="en-US"/>
              <a:t>Click icon to add picture</a:t>
            </a:r>
            <a:endParaRPr lang="en-US" dirty="0"/>
          </a:p>
        </p:txBody>
      </p:sp>
      <p:sp>
        <p:nvSpPr>
          <p:cNvPr id="19" name="Content Placeholder 4">
            <a:extLst>
              <a:ext uri="{FF2B5EF4-FFF2-40B4-BE49-F238E27FC236}">
                <a16:creationId xmlns:a16="http://schemas.microsoft.com/office/drawing/2014/main" id="{39870F08-C2AE-9AF7-58DE-EEA8A48BEDA9}"/>
              </a:ext>
            </a:extLst>
          </p:cNvPr>
          <p:cNvSpPr>
            <a:spLocks noGrp="1"/>
          </p:cNvSpPr>
          <p:nvPr>
            <p:ph sz="quarter" idx="36" hasCustomPrompt="1"/>
          </p:nvPr>
        </p:nvSpPr>
        <p:spPr>
          <a:xfrm>
            <a:off x="6889627" y="3104277"/>
            <a:ext cx="4371560" cy="3022201"/>
          </a:xfrm>
        </p:spPr>
        <p:txBody>
          <a:bodyPr/>
          <a:lstStyle>
            <a:lvl1pPr marL="0" indent="0">
              <a:lnSpc>
                <a:spcPct val="120000"/>
              </a:lnSpc>
              <a:spcBef>
                <a:spcPts val="1000"/>
              </a:spcBef>
              <a:spcAft>
                <a:spcPts val="600"/>
              </a:spcAft>
              <a:buClr>
                <a:schemeClr val="accent6"/>
              </a:buClr>
              <a:buFont typeface="Arial" panose="020B0604020202020204" pitchFamily="34" charset="0"/>
              <a:buNone/>
              <a:defRPr sz="1800" spc="0" baseline="0">
                <a:solidFill>
                  <a:schemeClr val="bg1"/>
                </a:solidFill>
                <a:latin typeface="+mn-lt"/>
              </a:defRPr>
            </a:lvl1pPr>
            <a:lvl2pPr marL="569214" indent="-285750">
              <a:lnSpc>
                <a:spcPct val="120000"/>
              </a:lnSpc>
              <a:spcBef>
                <a:spcPts val="1000"/>
              </a:spcBef>
              <a:spcAft>
                <a:spcPts val="600"/>
              </a:spcAft>
              <a:buClr>
                <a:schemeClr val="accent3"/>
              </a:buClr>
              <a:buFont typeface="Arial" panose="020B0604020202020204" pitchFamily="34" charset="0"/>
              <a:buChar char="•"/>
              <a:defRPr sz="1800" spc="0"/>
            </a:lvl2pPr>
            <a:lvl3pPr marL="861822" indent="-285750">
              <a:lnSpc>
                <a:spcPct val="120000"/>
              </a:lnSpc>
              <a:spcBef>
                <a:spcPts val="1000"/>
              </a:spcBef>
              <a:spcAft>
                <a:spcPts val="600"/>
              </a:spcAft>
              <a:buClr>
                <a:schemeClr val="accent3"/>
              </a:buClr>
              <a:buFont typeface="Arial" panose="020B0604020202020204" pitchFamily="34" charset="0"/>
              <a:buChar char="•"/>
              <a:defRPr sz="1800" spc="0"/>
            </a:lvl3pPr>
            <a:lvl4pPr marL="1152144" indent="-285750">
              <a:lnSpc>
                <a:spcPct val="120000"/>
              </a:lnSpc>
              <a:spcBef>
                <a:spcPts val="1000"/>
              </a:spcBef>
              <a:spcAft>
                <a:spcPts val="600"/>
              </a:spcAft>
              <a:buClr>
                <a:schemeClr val="accent3"/>
              </a:buClr>
              <a:buFont typeface="Arial" panose="020B0604020202020204" pitchFamily="34" charset="0"/>
              <a:buChar char="•"/>
              <a:defRPr sz="1800" spc="0"/>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cxnSp>
        <p:nvCxnSpPr>
          <p:cNvPr id="4" name="Straight Connector 3">
            <a:extLst>
              <a:ext uri="{FF2B5EF4-FFF2-40B4-BE49-F238E27FC236}">
                <a16:creationId xmlns:a16="http://schemas.microsoft.com/office/drawing/2014/main" id="{F0712911-615E-724B-FC0F-996291526D31}"/>
              </a:ext>
              <a:ext uri="{C183D7F6-B498-43B3-948B-1728B52AA6E4}">
                <adec:decorative xmlns:adec="http://schemas.microsoft.com/office/drawing/2017/decorative" val="1"/>
              </a:ext>
            </a:extLst>
          </p:cNvPr>
          <p:cNvCxnSpPr>
            <a:cxnSpLocks/>
          </p:cNvCxnSpPr>
          <p:nvPr userDrawn="1"/>
        </p:nvCxnSpPr>
        <p:spPr>
          <a:xfrm>
            <a:off x="6889627" y="2679480"/>
            <a:ext cx="4352662"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3308264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9_Title and 2 column">
    <p:bg>
      <p:bgPr>
        <a:gradFill>
          <a:gsLst>
            <a:gs pos="100000">
              <a:schemeClr val="tx2"/>
            </a:gs>
            <a:gs pos="81000">
              <a:schemeClr val="accent6"/>
            </a:gs>
            <a:gs pos="55000">
              <a:srgbClr val="02090E"/>
            </a:gs>
            <a:gs pos="14000">
              <a:schemeClr val="accent4">
                <a:lumMod val="75000"/>
              </a:schemeClr>
            </a:gs>
            <a:gs pos="0">
              <a:schemeClr val="accent4"/>
            </a:gs>
          </a:gsLst>
          <a:lin ang="27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CFFF0E2-6B47-67EB-D6AA-D972E7B7C367}"/>
              </a:ext>
              <a:ext uri="{C183D7F6-B498-43B3-948B-1728B52AA6E4}">
                <adec:decorative xmlns:adec="http://schemas.microsoft.com/office/drawing/2017/decorative" val="1"/>
              </a:ext>
            </a:extLst>
          </p:cNvPr>
          <p:cNvSpPr/>
          <p:nvPr userDrawn="1"/>
        </p:nvSpPr>
        <p:spPr>
          <a:xfrm>
            <a:off x="0" y="-6350"/>
            <a:ext cx="4646951"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Nova"/>
              <a:ea typeface="+mn-ea"/>
              <a:cs typeface="+mn-cs"/>
            </a:endParaRPr>
          </a:p>
        </p:txBody>
      </p:sp>
      <p:cxnSp>
        <p:nvCxnSpPr>
          <p:cNvPr id="4" name="Straight Connector 3">
            <a:extLst>
              <a:ext uri="{FF2B5EF4-FFF2-40B4-BE49-F238E27FC236}">
                <a16:creationId xmlns:a16="http://schemas.microsoft.com/office/drawing/2014/main" id="{94827F6F-999F-23E9-8C09-325D1A76B07A}"/>
              </a:ext>
              <a:ext uri="{C183D7F6-B498-43B3-948B-1728B52AA6E4}">
                <adec:decorative xmlns:adec="http://schemas.microsoft.com/office/drawing/2017/decorative" val="1"/>
              </a:ext>
            </a:extLst>
          </p:cNvPr>
          <p:cNvCxnSpPr>
            <a:cxnSpLocks/>
          </p:cNvCxnSpPr>
          <p:nvPr userDrawn="1"/>
        </p:nvCxnSpPr>
        <p:spPr>
          <a:xfrm>
            <a:off x="835831" y="2680134"/>
            <a:ext cx="3114078"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835370" y="171396"/>
            <a:ext cx="3736630" cy="2202350"/>
          </a:xfrm>
        </p:spPr>
        <p:txBody>
          <a:bodyPr anchor="b">
            <a:noAutofit/>
          </a:bodyPr>
          <a:lstStyle>
            <a:lvl1pPr algn="l">
              <a:defRPr sz="3200" cap="all" spc="0" baseline="0">
                <a:solidFill>
                  <a:schemeClr val="accent3">
                    <a:lumMod val="75000"/>
                  </a:schemeClr>
                </a:solidFill>
              </a:defRPr>
            </a:lvl1pPr>
          </a:lstStyle>
          <a:p>
            <a:r>
              <a:rPr lang="en-US" dirty="0"/>
              <a:t>Click to add title</a:t>
            </a:r>
          </a:p>
        </p:txBody>
      </p:sp>
      <p:sp>
        <p:nvSpPr>
          <p:cNvPr id="19" name="Content Placeholder 4">
            <a:extLst>
              <a:ext uri="{FF2B5EF4-FFF2-40B4-BE49-F238E27FC236}">
                <a16:creationId xmlns:a16="http://schemas.microsoft.com/office/drawing/2014/main" id="{39870F08-C2AE-9AF7-58DE-EEA8A48BEDA9}"/>
              </a:ext>
            </a:extLst>
          </p:cNvPr>
          <p:cNvSpPr>
            <a:spLocks noGrp="1"/>
          </p:cNvSpPr>
          <p:nvPr>
            <p:ph sz="quarter" idx="36" hasCustomPrompt="1"/>
          </p:nvPr>
        </p:nvSpPr>
        <p:spPr>
          <a:xfrm>
            <a:off x="841716" y="3078480"/>
            <a:ext cx="3108193" cy="3047997"/>
          </a:xfrm>
        </p:spPr>
        <p:txBody>
          <a:bodyPr/>
          <a:lstStyle>
            <a:lvl1pPr marL="0" indent="0">
              <a:lnSpc>
                <a:spcPct val="120000"/>
              </a:lnSpc>
              <a:spcBef>
                <a:spcPts val="1000"/>
              </a:spcBef>
              <a:spcAft>
                <a:spcPts val="600"/>
              </a:spcAft>
              <a:buClr>
                <a:schemeClr val="accent6"/>
              </a:buClr>
              <a:buFont typeface="Arial" panose="020B0604020202020204" pitchFamily="34" charset="0"/>
              <a:buNone/>
              <a:defRPr sz="1800" spc="0" baseline="0">
                <a:solidFill>
                  <a:schemeClr val="bg1"/>
                </a:solidFill>
                <a:latin typeface="+mn-lt"/>
              </a:defRPr>
            </a:lvl1pPr>
            <a:lvl2pPr marL="569214" indent="-285750">
              <a:lnSpc>
                <a:spcPct val="120000"/>
              </a:lnSpc>
              <a:spcBef>
                <a:spcPts val="1000"/>
              </a:spcBef>
              <a:spcAft>
                <a:spcPts val="600"/>
              </a:spcAft>
              <a:buClr>
                <a:schemeClr val="accent3"/>
              </a:buClr>
              <a:buFont typeface="Arial" panose="020B0604020202020204" pitchFamily="34" charset="0"/>
              <a:buChar char="•"/>
              <a:defRPr sz="1800" spc="0"/>
            </a:lvl2pPr>
            <a:lvl3pPr marL="861822" indent="-285750">
              <a:lnSpc>
                <a:spcPct val="120000"/>
              </a:lnSpc>
              <a:spcBef>
                <a:spcPts val="1000"/>
              </a:spcBef>
              <a:spcAft>
                <a:spcPts val="600"/>
              </a:spcAft>
              <a:buClr>
                <a:schemeClr val="accent3"/>
              </a:buClr>
              <a:buFont typeface="Arial" panose="020B0604020202020204" pitchFamily="34" charset="0"/>
              <a:buChar char="•"/>
              <a:defRPr sz="1800" spc="0"/>
            </a:lvl3pPr>
            <a:lvl4pPr marL="1152144" indent="-285750">
              <a:lnSpc>
                <a:spcPct val="120000"/>
              </a:lnSpc>
              <a:spcBef>
                <a:spcPts val="1000"/>
              </a:spcBef>
              <a:spcAft>
                <a:spcPts val="600"/>
              </a:spcAft>
              <a:buClr>
                <a:schemeClr val="accent3"/>
              </a:buClr>
              <a:buFont typeface="Arial" panose="020B0604020202020204" pitchFamily="34" charset="0"/>
              <a:buChar char="•"/>
              <a:defRPr sz="1800" spc="0"/>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2" name="Table Placeholder 11">
            <a:extLst>
              <a:ext uri="{FF2B5EF4-FFF2-40B4-BE49-F238E27FC236}">
                <a16:creationId xmlns:a16="http://schemas.microsoft.com/office/drawing/2014/main" id="{D360C16C-E69B-FDEF-F033-CA9A2E238288}"/>
              </a:ext>
            </a:extLst>
          </p:cNvPr>
          <p:cNvSpPr>
            <a:spLocks noGrp="1"/>
          </p:cNvSpPr>
          <p:nvPr>
            <p:ph type="tbl" sz="quarter" idx="37"/>
          </p:nvPr>
        </p:nvSpPr>
        <p:spPr>
          <a:xfrm>
            <a:off x="5067300" y="404813"/>
            <a:ext cx="6705600" cy="6048375"/>
          </a:xfrm>
        </p:spPr>
        <p:txBody>
          <a:bodyPr/>
          <a:lstStyle>
            <a:lvl1pPr>
              <a:defRPr sz="2400">
                <a:latin typeface="+mn-lt"/>
              </a:defRPr>
            </a:lvl1pPr>
          </a:lstStyle>
          <a:p>
            <a:r>
              <a:rPr lang="en-US"/>
              <a:t>Click icon to add table</a:t>
            </a:r>
            <a:endParaRPr lang="en-US" dirty="0"/>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Tree>
    <p:extLst>
      <p:ext uri="{BB962C8B-B14F-4D97-AF65-F5344CB8AC3E}">
        <p14:creationId xmlns:p14="http://schemas.microsoft.com/office/powerpoint/2010/main" val="390721985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_Title and 2 column">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196A82D-0723-4BA3-0283-9F0D67B0CEF4}"/>
              </a:ext>
              <a:ext uri="{C183D7F6-B498-43B3-948B-1728B52AA6E4}">
                <adec:decorative xmlns:adec="http://schemas.microsoft.com/office/drawing/2017/decorative" val="1"/>
              </a:ext>
            </a:extLst>
          </p:cNvPr>
          <p:cNvSpPr/>
          <p:nvPr userDrawn="1"/>
        </p:nvSpPr>
        <p:spPr>
          <a:xfrm>
            <a:off x="0" y="0"/>
            <a:ext cx="12191999" cy="685800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cxnSp>
        <p:nvCxnSpPr>
          <p:cNvPr id="4" name="Straight Connector 3">
            <a:extLst>
              <a:ext uri="{FF2B5EF4-FFF2-40B4-BE49-F238E27FC236}">
                <a16:creationId xmlns:a16="http://schemas.microsoft.com/office/drawing/2014/main" id="{6A20A5FD-BDFB-45F2-E644-E93FB81CA575}"/>
              </a:ext>
              <a:ext uri="{C183D7F6-B498-43B3-948B-1728B52AA6E4}">
                <adec:decorative xmlns:adec="http://schemas.microsoft.com/office/drawing/2017/decorative" val="1"/>
              </a:ext>
            </a:extLst>
          </p:cNvPr>
          <p:cNvCxnSpPr>
            <a:cxnSpLocks/>
          </p:cNvCxnSpPr>
          <p:nvPr userDrawn="1"/>
        </p:nvCxnSpPr>
        <p:spPr>
          <a:xfrm>
            <a:off x="807039" y="1983416"/>
            <a:ext cx="10435630"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733562" y="433906"/>
            <a:ext cx="10515601" cy="1327464"/>
          </a:xfrm>
        </p:spPr>
        <p:txBody>
          <a:bodyPr anchor="b">
            <a:noAutofit/>
          </a:bodyPr>
          <a:lstStyle>
            <a:lvl1pPr algn="l">
              <a:defRPr sz="3200" cap="all" spc="0" baseline="0">
                <a:solidFill>
                  <a:schemeClr val="accent3">
                    <a:lumMod val="75000"/>
                  </a:schemeClr>
                </a:solidFill>
              </a:defRPr>
            </a:lvl1pPr>
          </a:lstStyle>
          <a:p>
            <a:r>
              <a:rPr lang="en-US" dirty="0"/>
              <a:t>Click to add title</a:t>
            </a:r>
          </a:p>
        </p:txBody>
      </p:sp>
      <p:sp>
        <p:nvSpPr>
          <p:cNvPr id="19" name="Content Placeholder 4">
            <a:extLst>
              <a:ext uri="{FF2B5EF4-FFF2-40B4-BE49-F238E27FC236}">
                <a16:creationId xmlns:a16="http://schemas.microsoft.com/office/drawing/2014/main" id="{39870F08-C2AE-9AF7-58DE-EEA8A48BEDA9}"/>
              </a:ext>
            </a:extLst>
          </p:cNvPr>
          <p:cNvSpPr>
            <a:spLocks noGrp="1"/>
          </p:cNvSpPr>
          <p:nvPr>
            <p:ph sz="quarter" idx="36" hasCustomPrompt="1"/>
          </p:nvPr>
        </p:nvSpPr>
        <p:spPr>
          <a:xfrm>
            <a:off x="814302" y="2465535"/>
            <a:ext cx="7303538" cy="3427265"/>
          </a:xfrm>
        </p:spPr>
        <p:txBody>
          <a:bodyPr/>
          <a:lstStyle>
            <a:lvl1pPr marL="283464" indent="-283464">
              <a:lnSpc>
                <a:spcPct val="120000"/>
              </a:lnSpc>
              <a:spcBef>
                <a:spcPts val="1000"/>
              </a:spcBef>
              <a:buClr>
                <a:schemeClr val="accent3"/>
              </a:buClr>
              <a:buFont typeface="Arial" panose="020B0604020202020204" pitchFamily="34" charset="0"/>
              <a:buChar char="•"/>
              <a:defRPr sz="1800" spc="0" baseline="0">
                <a:solidFill>
                  <a:schemeClr val="bg1"/>
                </a:solidFill>
                <a:latin typeface="+mn-lt"/>
              </a:defRPr>
            </a:lvl1pPr>
            <a:lvl2pPr marL="566928" indent="-283464">
              <a:lnSpc>
                <a:spcPct val="120000"/>
              </a:lnSpc>
              <a:spcBef>
                <a:spcPts val="500"/>
              </a:spcBef>
              <a:buClr>
                <a:schemeClr val="accent3"/>
              </a:buClr>
              <a:defRPr sz="1800" spc="0"/>
            </a:lvl2pPr>
            <a:lvl3pPr marL="859536" indent="-283464">
              <a:lnSpc>
                <a:spcPct val="120000"/>
              </a:lnSpc>
              <a:spcBef>
                <a:spcPts val="500"/>
              </a:spcBef>
              <a:buClr>
                <a:schemeClr val="accent3"/>
              </a:buClr>
              <a:defRPr sz="1800" spc="0"/>
            </a:lvl3pPr>
            <a:lvl4pPr marL="1152144">
              <a:lnSpc>
                <a:spcPct val="120000"/>
              </a:lnSpc>
              <a:spcBef>
                <a:spcPts val="500"/>
              </a:spcBef>
              <a:buClr>
                <a:schemeClr val="accent3"/>
              </a:buClr>
              <a:defRPr sz="1800" spc="0"/>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0" name="Content Placeholder 9">
            <a:extLst>
              <a:ext uri="{FF2B5EF4-FFF2-40B4-BE49-F238E27FC236}">
                <a16:creationId xmlns:a16="http://schemas.microsoft.com/office/drawing/2014/main" id="{4E7FC75E-AA73-003E-D4E3-B1819886AF9C}"/>
              </a:ext>
            </a:extLst>
          </p:cNvPr>
          <p:cNvSpPr>
            <a:spLocks noGrp="1"/>
          </p:cNvSpPr>
          <p:nvPr>
            <p:ph sz="quarter" idx="37" hasCustomPrompt="1"/>
          </p:nvPr>
        </p:nvSpPr>
        <p:spPr>
          <a:xfrm>
            <a:off x="8392160" y="2465388"/>
            <a:ext cx="2856865" cy="3427412"/>
          </a:xfrm>
        </p:spPr>
        <p:txBody>
          <a:bodyPr/>
          <a:lstStyle>
            <a:lvl1pPr marL="0" indent="0">
              <a:lnSpc>
                <a:spcPct val="120000"/>
              </a:lnSpc>
              <a:spcBef>
                <a:spcPts val="1000"/>
              </a:spcBef>
              <a:buFont typeface="Arial" panose="020B0604020202020204" pitchFamily="34" charset="0"/>
              <a:buNone/>
              <a:defRPr sz="1800">
                <a:solidFill>
                  <a:schemeClr val="bg1"/>
                </a:solidFill>
                <a:latin typeface="+mn-lt"/>
              </a:defRPr>
            </a:lvl1pPr>
            <a:lvl2pPr marL="457200" indent="0">
              <a:lnSpc>
                <a:spcPct val="120000"/>
              </a:lnSpc>
              <a:spcBef>
                <a:spcPts val="1000"/>
              </a:spcBef>
              <a:buNone/>
              <a:defRPr sz="1600">
                <a:solidFill>
                  <a:schemeClr val="bg1"/>
                </a:solidFill>
                <a:latin typeface="+mn-lt"/>
              </a:defRPr>
            </a:lvl2pPr>
            <a:lvl3pPr marL="914400" indent="0">
              <a:lnSpc>
                <a:spcPct val="120000"/>
              </a:lnSpc>
              <a:spcBef>
                <a:spcPts val="1000"/>
              </a:spcBef>
              <a:buNone/>
              <a:defRPr sz="1400">
                <a:solidFill>
                  <a:schemeClr val="bg1"/>
                </a:solidFill>
                <a:latin typeface="+mn-lt"/>
              </a:defRPr>
            </a:lvl3pPr>
            <a:lvl4pPr marL="1371600" indent="0">
              <a:lnSpc>
                <a:spcPct val="120000"/>
              </a:lnSpc>
              <a:spcBef>
                <a:spcPts val="1000"/>
              </a:spcBef>
              <a:buNone/>
              <a:defRPr sz="1200">
                <a:solidFill>
                  <a:schemeClr val="bg1"/>
                </a:solidFill>
                <a:latin typeface="+mn-lt"/>
              </a:defRPr>
            </a:lvl4pPr>
            <a:lvl5pPr marL="1828800" indent="0">
              <a:lnSpc>
                <a:spcPct val="120000"/>
              </a:lnSpc>
              <a:spcBef>
                <a:spcPts val="1000"/>
              </a:spcBef>
              <a:buNone/>
              <a:defRPr sz="1200">
                <a:solidFill>
                  <a:schemeClr val="bg1"/>
                </a:solidFill>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324561196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2 column">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2D51531-1219-2E4B-DCE7-C6FD9D809F0C}"/>
              </a:ext>
              <a:ext uri="{C183D7F6-B498-43B3-948B-1728B52AA6E4}">
                <adec:decorative xmlns:adec="http://schemas.microsoft.com/office/drawing/2017/decorative" val="1"/>
              </a:ext>
            </a:extLst>
          </p:cNvPr>
          <p:cNvSpPr/>
          <p:nvPr userDrawn="1"/>
        </p:nvSpPr>
        <p:spPr>
          <a:xfrm>
            <a:off x="321869" y="343814"/>
            <a:ext cx="11550701" cy="6210605"/>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cxnSp>
        <p:nvCxnSpPr>
          <p:cNvPr id="4" name="Straight Connector 3">
            <a:extLst>
              <a:ext uri="{FF2B5EF4-FFF2-40B4-BE49-F238E27FC236}">
                <a16:creationId xmlns:a16="http://schemas.microsoft.com/office/drawing/2014/main" id="{BEC02E56-87A4-158A-F0B0-DB8E9BE3AE5E}"/>
              </a:ext>
              <a:ext uri="{C183D7F6-B498-43B3-948B-1728B52AA6E4}">
                <adec:decorative xmlns:adec="http://schemas.microsoft.com/office/drawing/2017/decorative" val="1"/>
              </a:ext>
            </a:extLst>
          </p:cNvPr>
          <p:cNvCxnSpPr>
            <a:cxnSpLocks/>
          </p:cNvCxnSpPr>
          <p:nvPr userDrawn="1"/>
        </p:nvCxnSpPr>
        <p:spPr>
          <a:xfrm>
            <a:off x="807039" y="1991547"/>
            <a:ext cx="10546763"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835370" y="643842"/>
            <a:ext cx="10515601" cy="1140849"/>
          </a:xfrm>
        </p:spPr>
        <p:txBody>
          <a:bodyPr lIns="0" anchor="b">
            <a:noAutofit/>
          </a:bodyPr>
          <a:lstStyle>
            <a:lvl1pPr algn="l">
              <a:defRPr sz="3200" cap="all" spc="0" baseline="0">
                <a:solidFill>
                  <a:schemeClr val="accent3">
                    <a:lumMod val="75000"/>
                  </a:schemeClr>
                </a:solidFill>
              </a:defRPr>
            </a:lvl1pPr>
          </a:lstStyle>
          <a:p>
            <a:r>
              <a:rPr lang="en-US" dirty="0"/>
              <a:t>Click to add title</a:t>
            </a:r>
          </a:p>
        </p:txBody>
      </p:sp>
      <p:sp>
        <p:nvSpPr>
          <p:cNvPr id="10" name="Table Placeholder 9">
            <a:extLst>
              <a:ext uri="{FF2B5EF4-FFF2-40B4-BE49-F238E27FC236}">
                <a16:creationId xmlns:a16="http://schemas.microsoft.com/office/drawing/2014/main" id="{471D7DE3-05F5-8052-02FA-6EF9717E15BE}"/>
              </a:ext>
            </a:extLst>
          </p:cNvPr>
          <p:cNvSpPr>
            <a:spLocks noGrp="1"/>
          </p:cNvSpPr>
          <p:nvPr>
            <p:ph type="tbl" sz="quarter" idx="13"/>
          </p:nvPr>
        </p:nvSpPr>
        <p:spPr>
          <a:xfrm>
            <a:off x="835025" y="2560638"/>
            <a:ext cx="10515600" cy="3478212"/>
          </a:xfrm>
        </p:spPr>
        <p:txBody>
          <a:bodyPr/>
          <a:lstStyle>
            <a:lvl1pPr>
              <a:defRPr sz="2400">
                <a:latin typeface="+mn-lt"/>
              </a:defRPr>
            </a:lvl1pPr>
          </a:lstStyle>
          <a:p>
            <a:r>
              <a:rPr lang="en-US"/>
              <a:t>Click icon to add table</a:t>
            </a:r>
            <a:endParaRPr lang="en-US" dirty="0"/>
          </a:p>
        </p:txBody>
      </p:sp>
      <p:cxnSp>
        <p:nvCxnSpPr>
          <p:cNvPr id="8" name="Straight Connector 7">
            <a:extLst>
              <a:ext uri="{FF2B5EF4-FFF2-40B4-BE49-F238E27FC236}">
                <a16:creationId xmlns:a16="http://schemas.microsoft.com/office/drawing/2014/main" id="{6468DE94-FC46-A848-7949-ABFEADADEA16}"/>
              </a:ext>
              <a:ext uri="{C183D7F6-B498-43B3-948B-1728B52AA6E4}">
                <adec:decorative xmlns:adec="http://schemas.microsoft.com/office/drawing/2017/decorative" val="1"/>
              </a:ext>
            </a:extLst>
          </p:cNvPr>
          <p:cNvCxnSpPr>
            <a:cxnSpLocks/>
          </p:cNvCxnSpPr>
          <p:nvPr userDrawn="1"/>
        </p:nvCxnSpPr>
        <p:spPr>
          <a:xfrm>
            <a:off x="807039" y="1983705"/>
            <a:ext cx="10435630"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4545918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losing">
    <p:bg>
      <p:bgPr>
        <a:gradFill>
          <a:gsLst>
            <a:gs pos="81987">
              <a:schemeClr val="accent6">
                <a:lumMod val="50000"/>
              </a:schemeClr>
            </a:gs>
            <a:gs pos="35040">
              <a:srgbClr val="020B11"/>
            </a:gs>
            <a:gs pos="11979">
              <a:schemeClr val="accent4">
                <a:lumMod val="50000"/>
              </a:schemeClr>
            </a:gs>
            <a:gs pos="0">
              <a:schemeClr val="accent4"/>
            </a:gs>
            <a:gs pos="99000">
              <a:schemeClr val="tx2"/>
            </a:gs>
          </a:gsLst>
          <a:lin ang="5400000" scaled="1"/>
        </a:gra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289F5C3D-E9E6-75E0-BF7D-799B5CFE5ED0}"/>
              </a:ext>
              <a:ext uri="{C183D7F6-B498-43B3-948B-1728B52AA6E4}">
                <adec:decorative xmlns:adec="http://schemas.microsoft.com/office/drawing/2017/decorative" val="1"/>
              </a:ext>
            </a:extLst>
          </p:cNvPr>
          <p:cNvGrpSpPr/>
          <p:nvPr userDrawn="1"/>
        </p:nvGrpSpPr>
        <p:grpSpPr>
          <a:xfrm>
            <a:off x="4575462" y="4137"/>
            <a:ext cx="7616537" cy="6853863"/>
            <a:chOff x="4575462" y="4137"/>
            <a:chExt cx="7616537" cy="6853863"/>
          </a:xfrm>
        </p:grpSpPr>
        <p:grpSp>
          <p:nvGrpSpPr>
            <p:cNvPr id="16" name="Group 15">
              <a:extLst>
                <a:ext uri="{FF2B5EF4-FFF2-40B4-BE49-F238E27FC236}">
                  <a16:creationId xmlns:a16="http://schemas.microsoft.com/office/drawing/2014/main" id="{CDE1D2C2-40C4-6B80-E8C6-B4CE94C23037}"/>
                </a:ext>
              </a:extLst>
            </p:cNvPr>
            <p:cNvGrpSpPr/>
            <p:nvPr/>
          </p:nvGrpSpPr>
          <p:grpSpPr>
            <a:xfrm>
              <a:off x="4575462" y="691665"/>
              <a:ext cx="364018" cy="857035"/>
              <a:chOff x="468157" y="1144246"/>
              <a:chExt cx="364018" cy="857035"/>
            </a:xfrm>
          </p:grpSpPr>
          <p:sp>
            <p:nvSpPr>
              <p:cNvPr id="27" name="Oval 26">
                <a:extLst>
                  <a:ext uri="{FF2B5EF4-FFF2-40B4-BE49-F238E27FC236}">
                    <a16:creationId xmlns:a16="http://schemas.microsoft.com/office/drawing/2014/main" id="{7C904D88-E1BE-F1FA-D405-F55DA966DA84}"/>
                  </a:ext>
                  <a:ext uri="{C183D7F6-B498-43B3-948B-1728B52AA6E4}">
                    <adec:decorative xmlns:adec="http://schemas.microsoft.com/office/drawing/2017/decorative" val="1"/>
                  </a:ext>
                </a:extLst>
              </p:cNvPr>
              <p:cNvSpPr/>
              <p:nvPr/>
            </p:nvSpPr>
            <p:spPr>
              <a:xfrm>
                <a:off x="705405" y="1144246"/>
                <a:ext cx="126770" cy="126770"/>
              </a:xfrm>
              <a:prstGeom prst="ellipse">
                <a:avLst/>
              </a:prstGeom>
              <a:noFill/>
              <a:ln>
                <a:solidFill>
                  <a:schemeClr val="accent4">
                    <a:lumMod val="60000"/>
                    <a:lumOff val="40000"/>
                    <a:alpha val="49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18" name="Graphic 12">
                <a:extLst>
                  <a:ext uri="{FF2B5EF4-FFF2-40B4-BE49-F238E27FC236}">
                    <a16:creationId xmlns:a16="http://schemas.microsoft.com/office/drawing/2014/main" id="{1D8F0816-C429-D32E-058B-33405874DFA7}"/>
                  </a:ext>
                  <a:ext uri="{C183D7F6-B498-43B3-948B-1728B52AA6E4}">
                    <adec:decorative xmlns:adec="http://schemas.microsoft.com/office/drawing/2017/decorative" val="1"/>
                  </a:ext>
                </a:extLst>
              </p:cNvPr>
              <p:cNvSpPr/>
              <p:nvPr/>
            </p:nvSpPr>
            <p:spPr>
              <a:xfrm>
                <a:off x="468157" y="1963496"/>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pic>
          <p:nvPicPr>
            <p:cNvPr id="4" name="Content Placeholder 14">
              <a:extLst>
                <a:ext uri="{FF2B5EF4-FFF2-40B4-BE49-F238E27FC236}">
                  <a16:creationId xmlns:a16="http://schemas.microsoft.com/office/drawing/2014/main" id="{14AC0A97-7D79-3DBE-FB53-A9EBFD806E06}"/>
                </a:ext>
                <a:ext uri="{C183D7F6-B498-43B3-948B-1728B52AA6E4}">
                  <adec:decorative xmlns:adec="http://schemas.microsoft.com/office/drawing/2017/decorative" val="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6542796" y="4137"/>
              <a:ext cx="5649203" cy="6853863"/>
            </a:xfrm>
            <a:prstGeom prst="rect">
              <a:avLst/>
            </a:prstGeom>
          </p:spPr>
        </p:pic>
      </p:grpSp>
      <p:sp>
        <p:nvSpPr>
          <p:cNvPr id="2" name="Title 1">
            <a:extLst>
              <a:ext uri="{FF2B5EF4-FFF2-40B4-BE49-F238E27FC236}">
                <a16:creationId xmlns:a16="http://schemas.microsoft.com/office/drawing/2014/main" id="{51E83F98-B388-2594-BACB-E3DB652C97D5}"/>
              </a:ext>
            </a:extLst>
          </p:cNvPr>
          <p:cNvSpPr>
            <a:spLocks noGrp="1"/>
          </p:cNvSpPr>
          <p:nvPr>
            <p:ph type="title" hasCustomPrompt="1"/>
          </p:nvPr>
        </p:nvSpPr>
        <p:spPr>
          <a:xfrm>
            <a:off x="835831" y="173735"/>
            <a:ext cx="4409514" cy="2203704"/>
          </a:xfrm>
        </p:spPr>
        <p:txBody>
          <a:bodyPr anchor="b">
            <a:noAutofit/>
          </a:bodyPr>
          <a:lstStyle>
            <a:lvl1pPr>
              <a:defRPr sz="3200" cap="all" baseline="0">
                <a:solidFill>
                  <a:schemeClr val="accent3"/>
                </a:solidFill>
              </a:defRPr>
            </a:lvl1pPr>
          </a:lstStyle>
          <a:p>
            <a:r>
              <a:rPr lang="en-US" dirty="0"/>
              <a:t>Click to add title</a:t>
            </a:r>
          </a:p>
        </p:txBody>
      </p:sp>
      <p:sp>
        <p:nvSpPr>
          <p:cNvPr id="7" name="Content Placeholder 6">
            <a:extLst>
              <a:ext uri="{FF2B5EF4-FFF2-40B4-BE49-F238E27FC236}">
                <a16:creationId xmlns:a16="http://schemas.microsoft.com/office/drawing/2014/main" id="{0D9D0F3E-69D8-49F3-5D7A-71FDC4E3EEE3}"/>
              </a:ext>
            </a:extLst>
          </p:cNvPr>
          <p:cNvSpPr>
            <a:spLocks noGrp="1"/>
          </p:cNvSpPr>
          <p:nvPr>
            <p:ph sz="quarter" idx="14" hasCustomPrompt="1"/>
          </p:nvPr>
        </p:nvSpPr>
        <p:spPr>
          <a:xfrm>
            <a:off x="831850" y="3079119"/>
            <a:ext cx="4413250" cy="2752725"/>
          </a:xfrm>
        </p:spPr>
        <p:txBody>
          <a:bodyPr/>
          <a:lstStyle>
            <a:lvl1pPr>
              <a:lnSpc>
                <a:spcPct val="120000"/>
              </a:lnSpc>
              <a:spcBef>
                <a:spcPts val="1000"/>
              </a:spcBef>
              <a:defRPr sz="1800">
                <a:solidFill>
                  <a:schemeClr val="bg1"/>
                </a:solidFill>
                <a:latin typeface="+mn-lt"/>
              </a:defRPr>
            </a:lvl1pPr>
            <a:lvl2pPr>
              <a:lnSpc>
                <a:spcPct val="120000"/>
              </a:lnSpc>
              <a:spcBef>
                <a:spcPts val="1000"/>
              </a:spcBef>
              <a:buClr>
                <a:schemeClr val="accent3"/>
              </a:buClr>
              <a:defRPr sz="1600">
                <a:solidFill>
                  <a:schemeClr val="bg1"/>
                </a:solidFill>
                <a:latin typeface="+mn-lt"/>
              </a:defRPr>
            </a:lvl2pPr>
            <a:lvl3pPr>
              <a:lnSpc>
                <a:spcPct val="120000"/>
              </a:lnSpc>
              <a:spcBef>
                <a:spcPts val="1000"/>
              </a:spcBef>
              <a:buClr>
                <a:schemeClr val="accent3"/>
              </a:buClr>
              <a:defRPr sz="1400">
                <a:solidFill>
                  <a:schemeClr val="bg1"/>
                </a:solidFill>
                <a:latin typeface="+mn-lt"/>
              </a:defRPr>
            </a:lvl3pPr>
            <a:lvl4pPr>
              <a:lnSpc>
                <a:spcPct val="120000"/>
              </a:lnSpc>
              <a:spcBef>
                <a:spcPts val="1000"/>
              </a:spcBef>
              <a:buClr>
                <a:schemeClr val="accent3"/>
              </a:buClr>
              <a:defRPr sz="1200">
                <a:solidFill>
                  <a:schemeClr val="bg1"/>
                </a:solidFill>
                <a:latin typeface="+mn-lt"/>
              </a:defRPr>
            </a:lvl4pPr>
            <a:lvl5pPr>
              <a:lnSpc>
                <a:spcPct val="120000"/>
              </a:lnSpc>
              <a:spcBef>
                <a:spcPts val="1000"/>
              </a:spcBef>
              <a:buClr>
                <a:schemeClr val="accent3"/>
              </a:buClr>
              <a:defRPr sz="1200">
                <a:solidFill>
                  <a:schemeClr val="bg1"/>
                </a:solidFill>
                <a:latin typeface="+mn-lt"/>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6" name="Straight Connector 5">
            <a:extLst>
              <a:ext uri="{FF2B5EF4-FFF2-40B4-BE49-F238E27FC236}">
                <a16:creationId xmlns:a16="http://schemas.microsoft.com/office/drawing/2014/main" id="{61CFC792-44F7-2497-E19D-8FB08AFF94F7}"/>
              </a:ext>
              <a:ext uri="{C183D7F6-B498-43B3-948B-1728B52AA6E4}">
                <adec:decorative xmlns:adec="http://schemas.microsoft.com/office/drawing/2017/decorative" val="1"/>
              </a:ext>
            </a:extLst>
          </p:cNvPr>
          <p:cNvCxnSpPr>
            <a:cxnSpLocks/>
          </p:cNvCxnSpPr>
          <p:nvPr userDrawn="1"/>
        </p:nvCxnSpPr>
        <p:spPr>
          <a:xfrm>
            <a:off x="835831" y="2679192"/>
            <a:ext cx="4101929"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826071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chemeClr val="tx1"/>
            </a:gs>
            <a:gs pos="99000">
              <a:srgbClr val="05202E"/>
            </a:gs>
          </a:gsLst>
          <a:lin ang="54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C3EA418-19D1-0D4D-BE52-40A86E32FBF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2BAE0C-5187-A64D-A481-E69245670354}"/>
              </a:ext>
            </a:extLst>
          </p:cNvPr>
          <p:cNvSpPr>
            <a:spLocks noGrp="1"/>
          </p:cNvSpPr>
          <p:nvPr>
            <p:ph type="body" idx="1"/>
          </p:nvPr>
        </p:nvSpPr>
        <p:spPr>
          <a:xfrm>
            <a:off x="838200" y="1825625"/>
            <a:ext cx="10515600" cy="4351338"/>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F9759C05-48F5-9346-8256-5B61C6990EC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noAutofit/>
          </a:bodyPr>
          <a:lstStyle>
            <a:lvl1pPr algn="l">
              <a:defRPr sz="1200">
                <a:solidFill>
                  <a:schemeClr val="bg1"/>
                </a:solidFill>
                <a:latin typeface="+mj-lt"/>
                <a:cs typeface="Biome" panose="020B0503030204020804" pitchFamily="34" charset="0"/>
              </a:defRPr>
            </a:lvl1pPr>
          </a:lstStyle>
          <a:p>
            <a:endParaRPr lang="en-US" dirty="0"/>
          </a:p>
        </p:txBody>
      </p:sp>
      <p:sp>
        <p:nvSpPr>
          <p:cNvPr id="5" name="Footer Placeholder 4">
            <a:extLst>
              <a:ext uri="{FF2B5EF4-FFF2-40B4-BE49-F238E27FC236}">
                <a16:creationId xmlns:a16="http://schemas.microsoft.com/office/drawing/2014/main" id="{84175D63-7351-9C4A-AEE0-10E27B3B645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bg1"/>
                </a:solidFill>
                <a:latin typeface="+mj-lt"/>
                <a:cs typeface="Biome" panose="020B0503030204020804" pitchFamily="34" charset="0"/>
              </a:defRPr>
            </a:lvl1pPr>
          </a:lstStyle>
          <a:p>
            <a:r>
              <a:rPr lang="en-US" dirty="0"/>
              <a:t>Presentation title</a:t>
            </a:r>
          </a:p>
        </p:txBody>
      </p:sp>
      <p:sp>
        <p:nvSpPr>
          <p:cNvPr id="6" name="Slide Number Placeholder 5">
            <a:extLst>
              <a:ext uri="{FF2B5EF4-FFF2-40B4-BE49-F238E27FC236}">
                <a16:creationId xmlns:a16="http://schemas.microsoft.com/office/drawing/2014/main" id="{7350889F-2BBA-5F45-95BC-BEA66881675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noAutofit/>
          </a:bodyPr>
          <a:lstStyle>
            <a:lvl1pPr algn="r">
              <a:defRPr sz="1200">
                <a:solidFill>
                  <a:schemeClr val="bg1"/>
                </a:solidFill>
                <a:latin typeface="+mj-lt"/>
                <a:cs typeface="Biome" panose="020B0503030204020804" pitchFamily="34" charset="0"/>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1955693199"/>
      </p:ext>
    </p:extLst>
  </p:cSld>
  <p:clrMap bg1="lt1" tx1="dk1" bg2="lt2" tx2="dk2" accent1="accent1" accent2="accent2" accent3="accent3" accent4="accent4" accent5="accent5" accent6="accent6" hlink="hlink" folHlink="folHlink"/>
  <p:sldLayoutIdLst>
    <p:sldLayoutId id="2147483657" r:id="rId1"/>
    <p:sldLayoutId id="2147483679" r:id="rId2"/>
    <p:sldLayoutId id="2147483669" r:id="rId3"/>
    <p:sldLayoutId id="2147483672" r:id="rId4"/>
    <p:sldLayoutId id="2147483673" r:id="rId5"/>
    <p:sldLayoutId id="2147483674" r:id="rId6"/>
    <p:sldLayoutId id="2147483671" r:id="rId7"/>
    <p:sldLayoutId id="2147483675" r:id="rId8"/>
    <p:sldLayoutId id="2147483676" r:id="rId9"/>
    <p:sldLayoutId id="2147483670" r:id="rId10"/>
    <p:sldLayoutId id="2147483677" r:id="rId11"/>
    <p:sldLayoutId id="2147483678" r:id="rId12"/>
    <p:sldLayoutId id="2147483664" r:id="rId13"/>
    <p:sldLayoutId id="2147483663" r:id="rId14"/>
  </p:sldLayoutIdLst>
  <p:hf hdr="0" ftr="0" dt="0"/>
  <p:txStyles>
    <p:titleStyle>
      <a:lvl1pPr algn="l" defTabSz="914400" rtl="0" eaLnBrk="1" latinLnBrk="0" hangingPunct="1">
        <a:lnSpc>
          <a:spcPct val="90000"/>
        </a:lnSpc>
        <a:spcBef>
          <a:spcPct val="0"/>
        </a:spcBef>
        <a:buNone/>
        <a:defRPr sz="4400" kern="1200" spc="300" baseline="0">
          <a:solidFill>
            <a:schemeClr val="bg1"/>
          </a:solidFill>
          <a:latin typeface="+mj-lt"/>
          <a:ea typeface="+mj-ea"/>
          <a:cs typeface="Biome" panose="020B0503030204020804" pitchFamily="34" charset="0"/>
        </a:defRPr>
      </a:lvl1pPr>
    </p:titleStyle>
    <p:bodyStyle>
      <a:lvl1pPr marL="0" indent="0" algn="l" defTabSz="914400" rtl="0" eaLnBrk="1" latinLnBrk="0" hangingPunct="1">
        <a:lnSpc>
          <a:spcPct val="90000"/>
        </a:lnSpc>
        <a:spcBef>
          <a:spcPts val="1000"/>
        </a:spcBef>
        <a:buFont typeface="Arial" panose="020B0604020202020204" pitchFamily="34" charset="0"/>
        <a:buNone/>
        <a:defRPr sz="2800" kern="1200">
          <a:solidFill>
            <a:schemeClr val="accent3"/>
          </a:solidFill>
          <a:latin typeface="+mj-lt"/>
          <a:ea typeface="+mn-ea"/>
          <a:cs typeface="Biome" panose="020B0503030204020804" pitchFamily="34" charset="0"/>
        </a:defRPr>
      </a:lvl1pPr>
      <a:lvl2pPr marL="800100" indent="-342900" algn="l" defTabSz="914400" rtl="0" eaLnBrk="1" latinLnBrk="0" hangingPunct="1">
        <a:lnSpc>
          <a:spcPct val="90000"/>
        </a:lnSpc>
        <a:spcBef>
          <a:spcPts val="500"/>
        </a:spcBef>
        <a:buClr>
          <a:schemeClr val="accent6"/>
        </a:buClr>
        <a:buFont typeface="Arial" panose="020B0604020202020204" pitchFamily="34" charset="0"/>
        <a:buChar char="•"/>
        <a:defRPr sz="2400" kern="1200">
          <a:solidFill>
            <a:schemeClr val="bg1"/>
          </a:solidFill>
          <a:latin typeface="+mn-lt"/>
          <a:ea typeface="+mn-ea"/>
          <a:cs typeface="+mn-cs"/>
        </a:defRPr>
      </a:lvl2pPr>
      <a:lvl3pPr marL="1257300" indent="-342900" algn="l" defTabSz="914400" rtl="0" eaLnBrk="1" latinLnBrk="0" hangingPunct="1">
        <a:lnSpc>
          <a:spcPct val="90000"/>
        </a:lnSpc>
        <a:spcBef>
          <a:spcPts val="500"/>
        </a:spcBef>
        <a:buClr>
          <a:schemeClr val="accent6"/>
        </a:buClr>
        <a:buFont typeface="Arial" panose="020B0604020202020204" pitchFamily="34" charset="0"/>
        <a:buChar char="•"/>
        <a:defRPr sz="2000" kern="1200">
          <a:solidFill>
            <a:schemeClr val="bg1"/>
          </a:solidFill>
          <a:latin typeface="+mn-lt"/>
          <a:ea typeface="+mn-ea"/>
          <a:cs typeface="+mn-cs"/>
        </a:defRPr>
      </a:lvl3pPr>
      <a:lvl4pPr marL="1657350" indent="-285750" algn="l" defTabSz="914400" rtl="0" eaLnBrk="1" latinLnBrk="0" hangingPunct="1">
        <a:lnSpc>
          <a:spcPct val="90000"/>
        </a:lnSpc>
        <a:spcBef>
          <a:spcPts val="500"/>
        </a:spcBef>
        <a:buClr>
          <a:schemeClr val="accent6"/>
        </a:buClr>
        <a:buFont typeface="Arial" panose="020B0604020202020204" pitchFamily="34" charset="0"/>
        <a:buChar char="•"/>
        <a:defRPr sz="1800" kern="1200">
          <a:solidFill>
            <a:schemeClr val="bg1"/>
          </a:solidFill>
          <a:latin typeface="+mn-lt"/>
          <a:ea typeface="+mn-ea"/>
          <a:cs typeface="+mn-cs"/>
        </a:defRPr>
      </a:lvl4pPr>
      <a:lvl5pPr marL="2114550" indent="-285750" algn="l" defTabSz="914400" rtl="0" eaLnBrk="1" latinLnBrk="0" hangingPunct="1">
        <a:lnSpc>
          <a:spcPct val="90000"/>
        </a:lnSpc>
        <a:spcBef>
          <a:spcPts val="500"/>
        </a:spcBef>
        <a:buClr>
          <a:schemeClr val="accent6"/>
        </a:buClr>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6.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997874EA-2F67-60CD-631F-5A787057F8CE}"/>
              </a:ext>
            </a:extLst>
          </p:cNvPr>
          <p:cNvSpPr>
            <a:spLocks noGrp="1"/>
          </p:cNvSpPr>
          <p:nvPr>
            <p:ph type="title"/>
          </p:nvPr>
        </p:nvSpPr>
        <p:spPr>
          <a:xfrm>
            <a:off x="0" y="304799"/>
            <a:ext cx="12191998" cy="3215641"/>
          </a:xfrm>
        </p:spPr>
        <p:txBody>
          <a:bodyPr anchor="b"/>
          <a:lstStyle/>
          <a:p>
            <a:r>
              <a:rPr lang="en-US" dirty="0"/>
              <a:t>Chicago crime</a:t>
            </a:r>
          </a:p>
        </p:txBody>
      </p:sp>
      <p:sp>
        <p:nvSpPr>
          <p:cNvPr id="9" name="Subtitle 3">
            <a:extLst>
              <a:ext uri="{FF2B5EF4-FFF2-40B4-BE49-F238E27FC236}">
                <a16:creationId xmlns:a16="http://schemas.microsoft.com/office/drawing/2014/main" id="{2981AB9E-AF0F-CAD0-2DD2-D640FB871E66}"/>
              </a:ext>
            </a:extLst>
          </p:cNvPr>
          <p:cNvSpPr>
            <a:spLocks noGrp="1"/>
          </p:cNvSpPr>
          <p:nvPr>
            <p:ph type="subTitle" idx="1"/>
          </p:nvPr>
        </p:nvSpPr>
        <p:spPr>
          <a:xfrm>
            <a:off x="3" y="3670628"/>
            <a:ext cx="12191997" cy="2577772"/>
          </a:xfrm>
        </p:spPr>
        <p:txBody>
          <a:bodyPr/>
          <a:lstStyle/>
          <a:p>
            <a:r>
              <a:rPr lang="en-US" dirty="0"/>
              <a:t>2015-2020</a:t>
            </a:r>
          </a:p>
          <a:p>
            <a:r>
              <a:rPr lang="en-US" sz="1600" dirty="0"/>
              <a:t>Hidaya Jazbi &amp; Mohammad albarabrah</a:t>
            </a:r>
          </a:p>
        </p:txBody>
      </p:sp>
    </p:spTree>
    <p:extLst>
      <p:ext uri="{BB962C8B-B14F-4D97-AF65-F5344CB8AC3E}">
        <p14:creationId xmlns:p14="http://schemas.microsoft.com/office/powerpoint/2010/main" val="249803146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ED712B-B621-4F18-24CD-974D06D7E5B5}"/>
              </a:ext>
            </a:extLst>
          </p:cNvPr>
          <p:cNvSpPr>
            <a:spLocks noGrp="1"/>
          </p:cNvSpPr>
          <p:nvPr>
            <p:ph type="title"/>
          </p:nvPr>
        </p:nvSpPr>
        <p:spPr/>
        <p:txBody>
          <a:bodyPr/>
          <a:lstStyle/>
          <a:p>
            <a:endParaRPr lang="en-US" dirty="0">
              <a:solidFill>
                <a:srgbClr val="CCCCCC"/>
              </a:solidFill>
              <a:latin typeface="Consolas"/>
              <a:cs typeface="Biome"/>
            </a:endParaRPr>
          </a:p>
          <a:p>
            <a:endParaRPr lang="en-US" dirty="0"/>
          </a:p>
        </p:txBody>
      </p:sp>
      <p:sp>
        <p:nvSpPr>
          <p:cNvPr id="3" name="Table Placeholder 2">
            <a:extLst>
              <a:ext uri="{FF2B5EF4-FFF2-40B4-BE49-F238E27FC236}">
                <a16:creationId xmlns:a16="http://schemas.microsoft.com/office/drawing/2014/main" id="{BC985808-0D64-C380-BCE5-64F55C8CAC20}"/>
              </a:ext>
            </a:extLst>
          </p:cNvPr>
          <p:cNvSpPr>
            <a:spLocks noGrp="1"/>
          </p:cNvSpPr>
          <p:nvPr>
            <p:ph type="tbl" sz="quarter" idx="13"/>
          </p:nvPr>
        </p:nvSpPr>
        <p:spPr>
          <a:xfrm>
            <a:off x="835025" y="2362309"/>
            <a:ext cx="10515600" cy="3853992"/>
          </a:xfrm>
        </p:spPr>
        <p:txBody>
          <a:bodyPr/>
          <a:lstStyle/>
          <a:p>
            <a:r>
              <a:rPr lang="en-US" sz="2000" dirty="0">
                <a:ea typeface="+mn-lt"/>
                <a:cs typeface="+mn-lt"/>
              </a:rPr>
              <a:t>We analyzed the </a:t>
            </a:r>
            <a:r>
              <a:rPr lang="en-US" sz="2000" i="1" dirty="0">
                <a:ea typeface="+mn-lt"/>
                <a:cs typeface="+mn-lt"/>
              </a:rPr>
              <a:t>Chicago Violent Crime Dataset</a:t>
            </a:r>
            <a:r>
              <a:rPr lang="en-US" sz="2000" dirty="0">
                <a:ea typeface="+mn-lt"/>
                <a:cs typeface="+mn-lt"/>
              </a:rPr>
              <a:t> covering the years </a:t>
            </a:r>
            <a:r>
              <a:rPr lang="en-US" sz="2000" b="1" dirty="0">
                <a:ea typeface="+mn-lt"/>
                <a:cs typeface="+mn-lt"/>
              </a:rPr>
              <a:t>2015–2020</a:t>
            </a:r>
            <a:r>
              <a:rPr lang="en-US" sz="2000" dirty="0">
                <a:ea typeface="+mn-lt"/>
                <a:cs typeface="+mn-lt"/>
              </a:rPr>
              <a:t>, which includes detailed records of robbery, homicide, criminal sexual assault, and kidnapping. The dataset contains information such as the crime type, date, location, arrest status, and descriptive details.</a:t>
            </a:r>
            <a:endParaRPr lang="en-US" sz="2000"/>
          </a:p>
          <a:p>
            <a:r>
              <a:rPr lang="en-US" sz="2000" b="1" dirty="0">
                <a:cs typeface="Biome"/>
              </a:rPr>
              <a:t>Why We Chose This Dataset</a:t>
            </a:r>
            <a:endParaRPr lang="en-US" sz="2000">
              <a:cs typeface="Biome"/>
            </a:endParaRPr>
          </a:p>
          <a:p>
            <a:r>
              <a:rPr lang="en-US" sz="2000" dirty="0">
                <a:ea typeface="+mn-lt"/>
                <a:cs typeface="+mn-lt"/>
              </a:rPr>
              <a:t>We chose this dataset because violent crime is a major real-world issue, and analyzing it helps us understand how data can reveal important patterns that affect public safety. It also allowed us to practice data cleaning, grouping, visualization, and trend analysis using Python.</a:t>
            </a:r>
            <a:endParaRPr lang="en-US" sz="2000" dirty="0"/>
          </a:p>
        </p:txBody>
      </p:sp>
      <p:sp>
        <p:nvSpPr>
          <p:cNvPr id="4" name="Slide Number Placeholder 3">
            <a:extLst>
              <a:ext uri="{FF2B5EF4-FFF2-40B4-BE49-F238E27FC236}">
                <a16:creationId xmlns:a16="http://schemas.microsoft.com/office/drawing/2014/main" id="{C97879D1-6175-5ED3-2169-E7CE26A5B368}"/>
              </a:ext>
            </a:extLst>
          </p:cNvPr>
          <p:cNvSpPr>
            <a:spLocks noGrp="1"/>
          </p:cNvSpPr>
          <p:nvPr>
            <p:ph type="sldNum" sz="quarter" idx="12"/>
          </p:nvPr>
        </p:nvSpPr>
        <p:spPr/>
        <p:txBody>
          <a:bodyPr/>
          <a:lstStyle/>
          <a:p>
            <a:fld id="{FE024F78-56A6-7740-B68D-8D4D026EDF3F}" type="slidenum">
              <a:rPr lang="en-US" smtClean="0"/>
              <a:pPr/>
              <a:t>2</a:t>
            </a:fld>
            <a:endParaRPr lang="en-US" dirty="0"/>
          </a:p>
        </p:txBody>
      </p:sp>
      <p:sp>
        <p:nvSpPr>
          <p:cNvPr id="5" name="TextBox 4">
            <a:extLst>
              <a:ext uri="{FF2B5EF4-FFF2-40B4-BE49-F238E27FC236}">
                <a16:creationId xmlns:a16="http://schemas.microsoft.com/office/drawing/2014/main" id="{A1A4B372-0B1B-F665-6C0F-3150CC6FA8F3}"/>
              </a:ext>
            </a:extLst>
          </p:cNvPr>
          <p:cNvSpPr txBox="1"/>
          <p:nvPr/>
        </p:nvSpPr>
        <p:spPr>
          <a:xfrm>
            <a:off x="835068" y="1216068"/>
            <a:ext cx="6096000" cy="86177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cap="all" dirty="0">
                <a:solidFill>
                  <a:srgbClr val="1CDFF5"/>
                </a:solidFill>
                <a:latin typeface="Biome"/>
                <a:cs typeface="Biome"/>
              </a:rPr>
              <a:t>Introduction </a:t>
            </a:r>
            <a:endParaRPr lang="en-US" dirty="0"/>
          </a:p>
          <a:p>
            <a:pPr algn="ctr"/>
            <a:endParaRPr lang="en-US"/>
          </a:p>
        </p:txBody>
      </p:sp>
    </p:spTree>
    <p:extLst>
      <p:ext uri="{BB962C8B-B14F-4D97-AF65-F5344CB8AC3E}">
        <p14:creationId xmlns:p14="http://schemas.microsoft.com/office/powerpoint/2010/main" val="17923405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683CB-25DE-E5AD-BB82-9F87097D0325}"/>
              </a:ext>
            </a:extLst>
          </p:cNvPr>
          <p:cNvSpPr>
            <a:spLocks noGrp="1"/>
          </p:cNvSpPr>
          <p:nvPr>
            <p:ph type="title"/>
          </p:nvPr>
        </p:nvSpPr>
        <p:spPr/>
        <p:txBody>
          <a:bodyPr/>
          <a:lstStyle/>
          <a:p>
            <a:r>
              <a:rPr lang="en-US" dirty="0">
                <a:ea typeface="+mj-lt"/>
                <a:cs typeface="+mj-lt"/>
              </a:rPr>
              <a:t>Dataset Summary</a:t>
            </a:r>
          </a:p>
        </p:txBody>
      </p:sp>
      <p:sp>
        <p:nvSpPr>
          <p:cNvPr id="3" name="Content Placeholder 2">
            <a:extLst>
              <a:ext uri="{FF2B5EF4-FFF2-40B4-BE49-F238E27FC236}">
                <a16:creationId xmlns:a16="http://schemas.microsoft.com/office/drawing/2014/main" id="{016A8FC3-0707-6B03-4A2D-4008DF5C36B7}"/>
              </a:ext>
            </a:extLst>
          </p:cNvPr>
          <p:cNvSpPr>
            <a:spLocks noGrp="1"/>
          </p:cNvSpPr>
          <p:nvPr>
            <p:ph sz="quarter" idx="31"/>
          </p:nvPr>
        </p:nvSpPr>
        <p:spPr/>
        <p:txBody>
          <a:bodyPr vert="horz" lIns="91440" tIns="45720" rIns="91440" bIns="45720" rtlCol="0" anchor="t">
            <a:noAutofit/>
          </a:bodyPr>
          <a:lstStyle/>
          <a:p>
            <a:r>
              <a:rPr lang="en-US" sz="2400" dirty="0">
                <a:ea typeface="+mn-lt"/>
                <a:cs typeface="+mn-lt"/>
              </a:rPr>
              <a:t>70,748 violent crime records (2015–2020)</a:t>
            </a:r>
            <a:endParaRPr lang="en-US" sz="2400" dirty="0"/>
          </a:p>
          <a:p>
            <a:r>
              <a:rPr lang="en-US" sz="2400" dirty="0">
                <a:ea typeface="+mn-lt"/>
                <a:cs typeface="+mn-lt"/>
              </a:rPr>
              <a:t>Columns: crime type, date, arrest, year, month, location, description</a:t>
            </a:r>
            <a:endParaRPr lang="en-US" sz="2400" dirty="0"/>
          </a:p>
          <a:p>
            <a:r>
              <a:rPr lang="en-US" sz="2400" dirty="0">
                <a:ea typeface="+mn-lt"/>
                <a:cs typeface="+mn-lt"/>
              </a:rPr>
              <a:t>Focus on 4 violent crimes</a:t>
            </a:r>
            <a:endParaRPr lang="en-US" sz="2400" dirty="0"/>
          </a:p>
          <a:p>
            <a:pPr marL="0" indent="0">
              <a:buNone/>
            </a:pPr>
            <a:r>
              <a:rPr lang="en-US" dirty="0">
                <a:ea typeface="+mn-lt"/>
                <a:cs typeface="+mn-lt"/>
              </a:rPr>
              <a:t>robbery, homicide, criminal sexual assault, and kidnapping</a:t>
            </a:r>
            <a:endParaRPr lang="en-US" dirty="0"/>
          </a:p>
          <a:p>
            <a:endParaRPr lang="en-US" dirty="0"/>
          </a:p>
        </p:txBody>
      </p:sp>
      <p:sp>
        <p:nvSpPr>
          <p:cNvPr id="4" name="Slide Number Placeholder 3">
            <a:extLst>
              <a:ext uri="{FF2B5EF4-FFF2-40B4-BE49-F238E27FC236}">
                <a16:creationId xmlns:a16="http://schemas.microsoft.com/office/drawing/2014/main" id="{125C45AA-BCD0-E300-2589-F0E721239CF0}"/>
              </a:ext>
            </a:extLst>
          </p:cNvPr>
          <p:cNvSpPr>
            <a:spLocks noGrp="1"/>
          </p:cNvSpPr>
          <p:nvPr>
            <p:ph type="sldNum" sz="quarter" idx="12"/>
          </p:nvPr>
        </p:nvSpPr>
        <p:spPr/>
        <p:txBody>
          <a:bodyPr/>
          <a:lstStyle/>
          <a:p>
            <a:fld id="{FE024F78-56A6-7740-B68D-8D4D026EDF3F}" type="slidenum">
              <a:rPr lang="en-US" smtClean="0"/>
              <a:pPr/>
              <a:t>3</a:t>
            </a:fld>
            <a:endParaRPr lang="en-US" dirty="0"/>
          </a:p>
        </p:txBody>
      </p:sp>
    </p:spTree>
    <p:extLst>
      <p:ext uri="{BB962C8B-B14F-4D97-AF65-F5344CB8AC3E}">
        <p14:creationId xmlns:p14="http://schemas.microsoft.com/office/powerpoint/2010/main" val="36395157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1E8E2E-399F-0DDA-BAD3-5FC39CB90A6D}"/>
              </a:ext>
            </a:extLst>
          </p:cNvPr>
          <p:cNvSpPr>
            <a:spLocks noGrp="1"/>
          </p:cNvSpPr>
          <p:nvPr>
            <p:ph type="title"/>
          </p:nvPr>
        </p:nvSpPr>
        <p:spPr/>
        <p:txBody>
          <a:bodyPr/>
          <a:lstStyle/>
          <a:p>
            <a:r>
              <a:rPr lang="en-US" sz="2800" b="1" dirty="0">
                <a:solidFill>
                  <a:srgbClr val="73EBF9"/>
                </a:solidFill>
                <a:latin typeface="Arial Nova"/>
                <a:cs typeface="Biome"/>
              </a:rPr>
              <a:t>Questions We Answered</a:t>
            </a:r>
            <a:endParaRPr lang="en-US" sz="2800" dirty="0" err="1"/>
          </a:p>
        </p:txBody>
      </p:sp>
      <p:sp>
        <p:nvSpPr>
          <p:cNvPr id="4" name="Slide Number Placeholder 3">
            <a:extLst>
              <a:ext uri="{FF2B5EF4-FFF2-40B4-BE49-F238E27FC236}">
                <a16:creationId xmlns:a16="http://schemas.microsoft.com/office/drawing/2014/main" id="{41CF4932-C7A4-0A26-3CDE-BEE68B22CCE4}"/>
              </a:ext>
            </a:extLst>
          </p:cNvPr>
          <p:cNvSpPr>
            <a:spLocks noGrp="1"/>
          </p:cNvSpPr>
          <p:nvPr>
            <p:ph type="sldNum" sz="quarter" idx="12"/>
          </p:nvPr>
        </p:nvSpPr>
        <p:spPr/>
        <p:txBody>
          <a:bodyPr/>
          <a:lstStyle/>
          <a:p>
            <a:fld id="{FE024F78-56A6-7740-B68D-8D4D026EDF3F}" type="slidenum">
              <a:rPr lang="en-US" smtClean="0"/>
              <a:pPr/>
              <a:t>4</a:t>
            </a:fld>
            <a:endParaRPr lang="en-US" dirty="0"/>
          </a:p>
        </p:txBody>
      </p:sp>
      <p:sp>
        <p:nvSpPr>
          <p:cNvPr id="7" name="TextBox 6">
            <a:extLst>
              <a:ext uri="{FF2B5EF4-FFF2-40B4-BE49-F238E27FC236}">
                <a16:creationId xmlns:a16="http://schemas.microsoft.com/office/drawing/2014/main" id="{1D57ECC4-42BA-1475-AD89-ED5FB35F5794}"/>
              </a:ext>
            </a:extLst>
          </p:cNvPr>
          <p:cNvSpPr txBox="1"/>
          <p:nvPr/>
        </p:nvSpPr>
        <p:spPr>
          <a:xfrm>
            <a:off x="594987" y="2312097"/>
            <a:ext cx="9446712" cy="295465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Sans-Serif"/>
              <a:buChar char="•"/>
            </a:pPr>
            <a:r>
              <a:rPr lang="en-US" sz="2400" baseline="0" dirty="0">
                <a:solidFill>
                  <a:srgbClr val="73EBF9"/>
                </a:solidFill>
                <a:latin typeface="Arial Nova"/>
                <a:ea typeface="Arial"/>
                <a:cs typeface="Arial"/>
              </a:rPr>
              <a:t>How has the total violent crime changed over 2015 to 2020?</a:t>
            </a:r>
            <a:endParaRPr lang="en-US" dirty="0"/>
          </a:p>
          <a:p>
            <a:pPr marL="285750" lvl="0" indent="-285750">
              <a:buFont typeface="Arial,Sans-Serif"/>
              <a:buChar char="•"/>
            </a:pPr>
            <a:r>
              <a:rPr lang="en-US" sz="2400" dirty="0">
                <a:latin typeface="Arial Nova"/>
                <a:ea typeface="Arial"/>
                <a:cs typeface="Arial"/>
              </a:rPr>
              <a:t>​</a:t>
            </a:r>
            <a:endParaRPr lang="en-US" dirty="0"/>
          </a:p>
          <a:p>
            <a:pPr marL="285750" lvl="0" indent="-285750" rtl="0">
              <a:buFont typeface="Arial,Sans-Serif"/>
              <a:buChar char="•"/>
            </a:pPr>
            <a:r>
              <a:rPr lang="en-US" sz="2400" baseline="0" dirty="0">
                <a:solidFill>
                  <a:srgbClr val="73EBF9"/>
                </a:solidFill>
                <a:latin typeface="Arial Nova"/>
                <a:ea typeface="Arial"/>
                <a:cs typeface="Arial"/>
              </a:rPr>
              <a:t>What types of violent crime are most common?</a:t>
            </a:r>
            <a:r>
              <a:rPr lang="en-US" sz="2400" dirty="0">
                <a:latin typeface="Arial Nova"/>
                <a:ea typeface="Arial"/>
                <a:cs typeface="Arial"/>
              </a:rPr>
              <a:t>​</a:t>
            </a:r>
          </a:p>
          <a:p>
            <a:pPr marL="285750" indent="-285750">
              <a:buFont typeface="Arial,Sans-Serif"/>
              <a:buChar char="•"/>
            </a:pPr>
            <a:endParaRPr lang="en-US" sz="2400" dirty="0">
              <a:solidFill>
                <a:srgbClr val="000000"/>
              </a:solidFill>
              <a:latin typeface="Arial Nova"/>
              <a:ea typeface="Arial"/>
              <a:cs typeface="Arial"/>
            </a:endParaRPr>
          </a:p>
          <a:p>
            <a:pPr marL="285750" lvl="0" indent="-285750" rtl="0">
              <a:buFont typeface="Arial,Sans-Serif"/>
              <a:buChar char="•"/>
            </a:pPr>
            <a:r>
              <a:rPr lang="en-US" sz="2400" baseline="0" dirty="0">
                <a:solidFill>
                  <a:srgbClr val="73EBF9"/>
                </a:solidFill>
                <a:latin typeface="Arial Nova"/>
                <a:ea typeface="Arial"/>
                <a:cs typeface="Arial"/>
              </a:rPr>
              <a:t>How do arrest rates vary by crime type and by year?</a:t>
            </a:r>
            <a:r>
              <a:rPr lang="en-US" sz="2400" dirty="0">
                <a:latin typeface="Arial Nova"/>
                <a:ea typeface="Arial"/>
                <a:cs typeface="Arial"/>
              </a:rPr>
              <a:t>​</a:t>
            </a:r>
          </a:p>
          <a:p>
            <a:pPr marL="285750" indent="-285750">
              <a:buFont typeface="Arial,Sans-Serif"/>
              <a:buChar char="•"/>
            </a:pPr>
            <a:endParaRPr lang="en-US" sz="2400" dirty="0">
              <a:solidFill>
                <a:srgbClr val="000000"/>
              </a:solidFill>
              <a:latin typeface="Arial Nova"/>
              <a:ea typeface="Arial"/>
              <a:cs typeface="Arial"/>
            </a:endParaRPr>
          </a:p>
          <a:p>
            <a:pPr marL="285750" lvl="0" indent="-285750" rtl="0">
              <a:buFont typeface="Arial,Sans-Serif"/>
              <a:buChar char="•"/>
            </a:pPr>
            <a:r>
              <a:rPr lang="en-US" sz="2400" baseline="0" dirty="0">
                <a:solidFill>
                  <a:srgbClr val="73EBF9"/>
                </a:solidFill>
                <a:latin typeface="Arial Nova"/>
                <a:ea typeface="Arial"/>
                <a:cs typeface="Arial"/>
              </a:rPr>
              <a:t>Are there seasonal patterns in violent crime?</a:t>
            </a:r>
          </a:p>
          <a:p>
            <a:pPr algn="ctr"/>
            <a:endParaRPr lang="en-US"/>
          </a:p>
        </p:txBody>
      </p:sp>
    </p:spTree>
    <p:extLst>
      <p:ext uri="{BB962C8B-B14F-4D97-AF65-F5344CB8AC3E}">
        <p14:creationId xmlns:p14="http://schemas.microsoft.com/office/powerpoint/2010/main" val="9014807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516B0A-FCA6-6878-D60F-605F94B39010}"/>
              </a:ext>
            </a:extLst>
          </p:cNvPr>
          <p:cNvSpPr>
            <a:spLocks noGrp="1"/>
          </p:cNvSpPr>
          <p:nvPr>
            <p:ph type="title"/>
          </p:nvPr>
        </p:nvSpPr>
        <p:spPr/>
        <p:txBody>
          <a:bodyPr/>
          <a:lstStyle/>
          <a:p>
            <a:r>
              <a:rPr lang="en-US" dirty="0">
                <a:ea typeface="+mj-lt"/>
                <a:cs typeface="+mj-lt"/>
              </a:rPr>
              <a:t>Crime Trends Over Time</a:t>
            </a:r>
            <a:endParaRPr lang="en-US" dirty="0"/>
          </a:p>
        </p:txBody>
      </p:sp>
      <p:pic>
        <p:nvPicPr>
          <p:cNvPr id="5" name="Content Placeholder 4" descr="A graph of blue bars&#10;&#10;AI-generated content may be incorrect.">
            <a:extLst>
              <a:ext uri="{FF2B5EF4-FFF2-40B4-BE49-F238E27FC236}">
                <a16:creationId xmlns:a16="http://schemas.microsoft.com/office/drawing/2014/main" id="{460291E7-4CA8-28FD-4B8E-C349BC201418}"/>
              </a:ext>
            </a:extLst>
          </p:cNvPr>
          <p:cNvPicPr>
            <a:picLocks noGrp="1" noChangeAspect="1"/>
          </p:cNvPicPr>
          <p:nvPr>
            <p:ph sz="quarter" idx="31"/>
          </p:nvPr>
        </p:nvPicPr>
        <p:blipFill>
          <a:blip r:embed="rId2"/>
          <a:stretch>
            <a:fillRect/>
          </a:stretch>
        </p:blipFill>
        <p:spPr>
          <a:xfrm>
            <a:off x="2580000" y="3012945"/>
            <a:ext cx="3559032" cy="2747636"/>
          </a:xfrm>
          <a:prstGeom prst="rect">
            <a:avLst/>
          </a:prstGeom>
        </p:spPr>
      </p:pic>
      <p:sp>
        <p:nvSpPr>
          <p:cNvPr id="4" name="Slide Number Placeholder 3">
            <a:extLst>
              <a:ext uri="{FF2B5EF4-FFF2-40B4-BE49-F238E27FC236}">
                <a16:creationId xmlns:a16="http://schemas.microsoft.com/office/drawing/2014/main" id="{670A3A47-C64D-5DC6-28A4-F500F0F8F963}"/>
              </a:ext>
            </a:extLst>
          </p:cNvPr>
          <p:cNvSpPr>
            <a:spLocks noGrp="1"/>
          </p:cNvSpPr>
          <p:nvPr>
            <p:ph type="sldNum" sz="quarter" idx="12"/>
          </p:nvPr>
        </p:nvSpPr>
        <p:spPr/>
        <p:txBody>
          <a:bodyPr/>
          <a:lstStyle/>
          <a:p>
            <a:fld id="{FE024F78-56A6-7740-B68D-8D4D026EDF3F}" type="slidenum">
              <a:rPr lang="en-US" smtClean="0"/>
              <a:pPr/>
              <a:t>5</a:t>
            </a:fld>
            <a:endParaRPr lang="en-US" dirty="0"/>
          </a:p>
        </p:txBody>
      </p:sp>
      <p:sp>
        <p:nvSpPr>
          <p:cNvPr id="8" name="TextBox 7">
            <a:extLst>
              <a:ext uri="{FF2B5EF4-FFF2-40B4-BE49-F238E27FC236}">
                <a16:creationId xmlns:a16="http://schemas.microsoft.com/office/drawing/2014/main" id="{22FDFD2F-9943-FBCB-DC58-D389EBCE1569}"/>
              </a:ext>
            </a:extLst>
          </p:cNvPr>
          <p:cNvSpPr txBox="1"/>
          <p:nvPr/>
        </p:nvSpPr>
        <p:spPr>
          <a:xfrm>
            <a:off x="2578274" y="5767192"/>
            <a:ext cx="2954055"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solidFill>
                  <a:schemeClr val="bg1"/>
                </a:solidFill>
              </a:rPr>
              <a:t>-Shows peak in 2016–2017</a:t>
            </a:r>
            <a:br>
              <a:rPr lang="en-US" dirty="0">
                <a:solidFill>
                  <a:schemeClr val="bg1"/>
                </a:solidFill>
              </a:rPr>
            </a:br>
            <a:r>
              <a:rPr lang="en-US" dirty="0">
                <a:solidFill>
                  <a:schemeClr val="bg1"/>
                </a:solidFill>
              </a:rPr>
              <a:t>-Significant drop by 2020</a:t>
            </a:r>
          </a:p>
          <a:p>
            <a:pPr algn="ctr"/>
            <a:endParaRPr lang="en-US"/>
          </a:p>
        </p:txBody>
      </p:sp>
      <p:pic>
        <p:nvPicPr>
          <p:cNvPr id="9" name="Picture 8" descr="A graph of blue bars&#10;&#10;AI-generated content may be incorrect.">
            <a:extLst>
              <a:ext uri="{FF2B5EF4-FFF2-40B4-BE49-F238E27FC236}">
                <a16:creationId xmlns:a16="http://schemas.microsoft.com/office/drawing/2014/main" id="{A0196AEF-CB58-21E4-0F07-DFFA781629EA}"/>
              </a:ext>
            </a:extLst>
          </p:cNvPr>
          <p:cNvPicPr>
            <a:picLocks noChangeAspect="1"/>
          </p:cNvPicPr>
          <p:nvPr/>
        </p:nvPicPr>
        <p:blipFill>
          <a:blip r:embed="rId3"/>
          <a:stretch>
            <a:fillRect/>
          </a:stretch>
        </p:blipFill>
        <p:spPr>
          <a:xfrm>
            <a:off x="7365173" y="3015707"/>
            <a:ext cx="3557652" cy="2747246"/>
          </a:xfrm>
          <a:prstGeom prst="rect">
            <a:avLst/>
          </a:prstGeom>
        </p:spPr>
      </p:pic>
      <p:sp>
        <p:nvSpPr>
          <p:cNvPr id="10" name="TextBox 9">
            <a:extLst>
              <a:ext uri="{FF2B5EF4-FFF2-40B4-BE49-F238E27FC236}">
                <a16:creationId xmlns:a16="http://schemas.microsoft.com/office/drawing/2014/main" id="{114AB88A-2FA0-976D-A243-7D2691462EE4}"/>
              </a:ext>
            </a:extLst>
          </p:cNvPr>
          <p:cNvSpPr txBox="1"/>
          <p:nvPr/>
        </p:nvSpPr>
        <p:spPr>
          <a:xfrm>
            <a:off x="6899753" y="5756753"/>
            <a:ext cx="6096000"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solidFill>
                  <a:schemeClr val="bg1"/>
                </a:solidFill>
              </a:rPr>
              <a:t>-Highest in 2015</a:t>
            </a:r>
            <a:br>
              <a:rPr lang="en-US" dirty="0">
                <a:solidFill>
                  <a:schemeClr val="bg1"/>
                </a:solidFill>
              </a:rPr>
            </a:br>
            <a:r>
              <a:rPr lang="en-US" dirty="0">
                <a:solidFill>
                  <a:schemeClr val="bg1"/>
                </a:solidFill>
              </a:rPr>
              <a:t>-Stable around ~9–10% after</a:t>
            </a:r>
          </a:p>
          <a:p>
            <a:pPr algn="ctr"/>
            <a:endParaRPr lang="en-US"/>
          </a:p>
        </p:txBody>
      </p:sp>
      <p:sp>
        <p:nvSpPr>
          <p:cNvPr id="3" name="TextBox 2">
            <a:extLst>
              <a:ext uri="{FF2B5EF4-FFF2-40B4-BE49-F238E27FC236}">
                <a16:creationId xmlns:a16="http://schemas.microsoft.com/office/drawing/2014/main" id="{680FAC24-8022-4FE0-81FC-ED9383476A5B}"/>
              </a:ext>
            </a:extLst>
          </p:cNvPr>
          <p:cNvSpPr txBox="1"/>
          <p:nvPr/>
        </p:nvSpPr>
        <p:spPr>
          <a:xfrm>
            <a:off x="2578274" y="1946753"/>
            <a:ext cx="4446740" cy="110799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0" i="0" u="none" strike="noStrike" baseline="0">
                <a:solidFill>
                  <a:srgbClr val="73EBF9"/>
                </a:solidFill>
                <a:latin typeface="Arial Nova"/>
                <a:ea typeface="Arial Nova"/>
                <a:cs typeface="Arial Nova"/>
              </a:rPr>
              <a:t>How has the total violent crime changed over 2015 to 2020?</a:t>
            </a:r>
            <a:endParaRPr lang="en-US"/>
          </a:p>
          <a:p>
            <a:pPr algn="ctr"/>
            <a:endParaRPr lang="en-US"/>
          </a:p>
        </p:txBody>
      </p:sp>
      <p:sp>
        <p:nvSpPr>
          <p:cNvPr id="6" name="TextBox 5">
            <a:extLst>
              <a:ext uri="{FF2B5EF4-FFF2-40B4-BE49-F238E27FC236}">
                <a16:creationId xmlns:a16="http://schemas.microsoft.com/office/drawing/2014/main" id="{3EF645FE-4915-3072-48CB-CD4435EAC97C}"/>
              </a:ext>
            </a:extLst>
          </p:cNvPr>
          <p:cNvSpPr txBox="1"/>
          <p:nvPr/>
        </p:nvSpPr>
        <p:spPr>
          <a:xfrm>
            <a:off x="7369479" y="1946753"/>
            <a:ext cx="3851754" cy="110799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aseline="0" dirty="0">
                <a:solidFill>
                  <a:srgbClr val="73EBF9"/>
                </a:solidFill>
                <a:latin typeface="Arial Nova"/>
              </a:rPr>
              <a:t>How do arrest rates vary</a:t>
            </a:r>
            <a:r>
              <a:rPr lang="en-US" sz="2400" dirty="0">
                <a:solidFill>
                  <a:srgbClr val="73EBF9"/>
                </a:solidFill>
                <a:latin typeface="Arial Nova"/>
              </a:rPr>
              <a:t> </a:t>
            </a:r>
            <a:r>
              <a:rPr lang="en-US" sz="2400" baseline="0" dirty="0">
                <a:solidFill>
                  <a:srgbClr val="73EBF9"/>
                </a:solidFill>
                <a:latin typeface="Arial Nova"/>
              </a:rPr>
              <a:t>by year?</a:t>
            </a:r>
            <a:r>
              <a:rPr lang="en-US" sz="2400" baseline="0" dirty="0">
                <a:latin typeface="Arial Nova"/>
              </a:rPr>
              <a:t>​</a:t>
            </a:r>
            <a:endParaRPr lang="en-US" dirty="0"/>
          </a:p>
          <a:p>
            <a:pPr algn="ctr"/>
            <a:endParaRPr lang="en-US"/>
          </a:p>
        </p:txBody>
      </p:sp>
    </p:spTree>
    <p:extLst>
      <p:ext uri="{BB962C8B-B14F-4D97-AF65-F5344CB8AC3E}">
        <p14:creationId xmlns:p14="http://schemas.microsoft.com/office/powerpoint/2010/main" val="24126909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52F88-C173-1A49-4629-13C6A52CF192}"/>
              </a:ext>
            </a:extLst>
          </p:cNvPr>
          <p:cNvSpPr>
            <a:spLocks noGrp="1"/>
          </p:cNvSpPr>
          <p:nvPr>
            <p:ph type="title"/>
          </p:nvPr>
        </p:nvSpPr>
        <p:spPr/>
        <p:txBody>
          <a:bodyPr/>
          <a:lstStyle/>
          <a:p>
            <a:r>
              <a:rPr lang="en-US" dirty="0">
                <a:ea typeface="+mj-lt"/>
                <a:cs typeface="+mj-lt"/>
              </a:rPr>
              <a:t>Crime Types &amp; Arrest Rates</a:t>
            </a:r>
            <a:endParaRPr lang="en-US" dirty="0"/>
          </a:p>
        </p:txBody>
      </p:sp>
      <p:pic>
        <p:nvPicPr>
          <p:cNvPr id="5" name="Content Placeholder 4" descr="A graph of crime and crime&#10;&#10;AI-generated content may be incorrect.">
            <a:extLst>
              <a:ext uri="{FF2B5EF4-FFF2-40B4-BE49-F238E27FC236}">
                <a16:creationId xmlns:a16="http://schemas.microsoft.com/office/drawing/2014/main" id="{322EF0C1-AAA3-A781-E787-D8F952C37D4F}"/>
              </a:ext>
            </a:extLst>
          </p:cNvPr>
          <p:cNvPicPr>
            <a:picLocks noGrp="1" noChangeAspect="1"/>
          </p:cNvPicPr>
          <p:nvPr>
            <p:ph sz="quarter" idx="31"/>
          </p:nvPr>
        </p:nvPicPr>
        <p:blipFill>
          <a:blip r:embed="rId2"/>
          <a:stretch>
            <a:fillRect/>
          </a:stretch>
        </p:blipFill>
        <p:spPr>
          <a:xfrm>
            <a:off x="2710668" y="2960753"/>
            <a:ext cx="3172436" cy="2747636"/>
          </a:xfrm>
          <a:prstGeom prst="rect">
            <a:avLst/>
          </a:prstGeom>
        </p:spPr>
      </p:pic>
      <p:sp>
        <p:nvSpPr>
          <p:cNvPr id="4" name="Slide Number Placeholder 3">
            <a:extLst>
              <a:ext uri="{FF2B5EF4-FFF2-40B4-BE49-F238E27FC236}">
                <a16:creationId xmlns:a16="http://schemas.microsoft.com/office/drawing/2014/main" id="{B456DC26-05EF-DD68-5D1A-B7F0AF74F63A}"/>
              </a:ext>
            </a:extLst>
          </p:cNvPr>
          <p:cNvSpPr>
            <a:spLocks noGrp="1"/>
          </p:cNvSpPr>
          <p:nvPr>
            <p:ph type="sldNum" sz="quarter" idx="12"/>
          </p:nvPr>
        </p:nvSpPr>
        <p:spPr/>
        <p:txBody>
          <a:bodyPr/>
          <a:lstStyle/>
          <a:p>
            <a:fld id="{FE024F78-56A6-7740-B68D-8D4D026EDF3F}" type="slidenum">
              <a:rPr lang="en-US" smtClean="0"/>
              <a:pPr/>
              <a:t>6</a:t>
            </a:fld>
            <a:endParaRPr lang="en-US" dirty="0"/>
          </a:p>
        </p:txBody>
      </p:sp>
      <p:pic>
        <p:nvPicPr>
          <p:cNvPr id="6" name="Picture 5" descr="A graph of blue bars&#10;&#10;AI-generated content may be incorrect.">
            <a:extLst>
              <a:ext uri="{FF2B5EF4-FFF2-40B4-BE49-F238E27FC236}">
                <a16:creationId xmlns:a16="http://schemas.microsoft.com/office/drawing/2014/main" id="{E78E2DAB-33A8-8494-1039-5D743BC22B6C}"/>
              </a:ext>
            </a:extLst>
          </p:cNvPr>
          <p:cNvPicPr>
            <a:picLocks noChangeAspect="1"/>
          </p:cNvPicPr>
          <p:nvPr/>
        </p:nvPicPr>
        <p:blipFill>
          <a:blip r:embed="rId3"/>
          <a:stretch>
            <a:fillRect/>
          </a:stretch>
        </p:blipFill>
        <p:spPr>
          <a:xfrm>
            <a:off x="7866215" y="2905777"/>
            <a:ext cx="3171434" cy="2841842"/>
          </a:xfrm>
          <a:prstGeom prst="rect">
            <a:avLst/>
          </a:prstGeom>
        </p:spPr>
      </p:pic>
      <p:sp>
        <p:nvSpPr>
          <p:cNvPr id="7" name="TextBox 6">
            <a:extLst>
              <a:ext uri="{FF2B5EF4-FFF2-40B4-BE49-F238E27FC236}">
                <a16:creationId xmlns:a16="http://schemas.microsoft.com/office/drawing/2014/main" id="{EFC81027-789D-AF9A-BF78-DC5A7972DFBD}"/>
              </a:ext>
            </a:extLst>
          </p:cNvPr>
          <p:cNvSpPr txBox="1"/>
          <p:nvPr/>
        </p:nvSpPr>
        <p:spPr>
          <a:xfrm>
            <a:off x="2515643" y="5808946"/>
            <a:ext cx="4404987"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solidFill>
                  <a:schemeClr val="bg1"/>
                </a:solidFill>
              </a:rPr>
              <a:t>– Robbery overwhelmingly most common</a:t>
            </a:r>
            <a:br>
              <a:rPr lang="en-US" dirty="0">
                <a:solidFill>
                  <a:schemeClr val="bg1"/>
                </a:solidFill>
              </a:rPr>
            </a:br>
            <a:r>
              <a:rPr lang="en-US" dirty="0">
                <a:solidFill>
                  <a:schemeClr val="bg1"/>
                </a:solidFill>
              </a:rPr>
              <a:t>– Sexual assault, homicide, and kidnapping much lower</a:t>
            </a:r>
          </a:p>
          <a:p>
            <a:pPr algn="ctr"/>
            <a:endParaRPr lang="en-US"/>
          </a:p>
        </p:txBody>
      </p:sp>
      <p:sp>
        <p:nvSpPr>
          <p:cNvPr id="8" name="TextBox 7">
            <a:extLst>
              <a:ext uri="{FF2B5EF4-FFF2-40B4-BE49-F238E27FC236}">
                <a16:creationId xmlns:a16="http://schemas.microsoft.com/office/drawing/2014/main" id="{AD2BB03C-3608-4CA4-BDEB-4817702D3B8B}"/>
              </a:ext>
            </a:extLst>
          </p:cNvPr>
          <p:cNvSpPr txBox="1"/>
          <p:nvPr/>
        </p:nvSpPr>
        <p:spPr>
          <a:xfrm>
            <a:off x="7306850" y="5808946"/>
            <a:ext cx="4279727"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solidFill>
                  <a:schemeClr val="bg1"/>
                </a:solidFill>
              </a:rPr>
              <a:t>– Homicide has the highest arrest rate (~36%)</a:t>
            </a:r>
            <a:br>
              <a:rPr lang="en-US" dirty="0">
                <a:solidFill>
                  <a:schemeClr val="bg1"/>
                </a:solidFill>
              </a:rPr>
            </a:br>
            <a:r>
              <a:rPr lang="en-US" dirty="0">
                <a:solidFill>
                  <a:schemeClr val="bg1"/>
                </a:solidFill>
              </a:rPr>
              <a:t>– Other crimes between 7–9%</a:t>
            </a:r>
          </a:p>
          <a:p>
            <a:pPr algn="ctr"/>
            <a:endParaRPr lang="en-US"/>
          </a:p>
        </p:txBody>
      </p:sp>
      <p:sp>
        <p:nvSpPr>
          <p:cNvPr id="3" name="TextBox 2">
            <a:extLst>
              <a:ext uri="{FF2B5EF4-FFF2-40B4-BE49-F238E27FC236}">
                <a16:creationId xmlns:a16="http://schemas.microsoft.com/office/drawing/2014/main" id="{6BB54416-ABF9-564D-1222-733F1E005BA8}"/>
              </a:ext>
            </a:extLst>
          </p:cNvPr>
          <p:cNvSpPr txBox="1"/>
          <p:nvPr/>
        </p:nvSpPr>
        <p:spPr>
          <a:xfrm>
            <a:off x="2515644" y="2072014"/>
            <a:ext cx="3893508" cy="110799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aseline="0">
                <a:solidFill>
                  <a:srgbClr val="73EBF9"/>
                </a:solidFill>
                <a:latin typeface="Arial Nova"/>
              </a:rPr>
              <a:t>What types of violent crime are most common?</a:t>
            </a:r>
            <a:r>
              <a:rPr lang="en-US" sz="2400" baseline="0">
                <a:latin typeface="Arial Nova"/>
              </a:rPr>
              <a:t>​</a:t>
            </a:r>
            <a:endParaRPr lang="en-US"/>
          </a:p>
          <a:p>
            <a:pPr algn="ctr"/>
            <a:endParaRPr lang="en-US"/>
          </a:p>
        </p:txBody>
      </p:sp>
      <p:sp>
        <p:nvSpPr>
          <p:cNvPr id="9" name="TextBox 8">
            <a:extLst>
              <a:ext uri="{FF2B5EF4-FFF2-40B4-BE49-F238E27FC236}">
                <a16:creationId xmlns:a16="http://schemas.microsoft.com/office/drawing/2014/main" id="{DDAC8861-394E-0D01-004C-2D83B3C375D6}"/>
              </a:ext>
            </a:extLst>
          </p:cNvPr>
          <p:cNvSpPr txBox="1"/>
          <p:nvPr/>
        </p:nvSpPr>
        <p:spPr>
          <a:xfrm>
            <a:off x="7484302" y="2072014"/>
            <a:ext cx="4404987" cy="110799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aseline="0" dirty="0">
                <a:solidFill>
                  <a:srgbClr val="73EBF9"/>
                </a:solidFill>
                <a:latin typeface="Arial Nova"/>
              </a:rPr>
              <a:t>How do arrest rates vary by crime type</a:t>
            </a:r>
            <a:r>
              <a:rPr lang="en-US" sz="2400" dirty="0">
                <a:solidFill>
                  <a:srgbClr val="73EBF9"/>
                </a:solidFill>
                <a:latin typeface="Arial Nova"/>
              </a:rPr>
              <a:t>?</a:t>
            </a:r>
            <a:endParaRPr lang="en-US" dirty="0"/>
          </a:p>
          <a:p>
            <a:pPr algn="ctr"/>
            <a:endParaRPr lang="en-US"/>
          </a:p>
        </p:txBody>
      </p:sp>
    </p:spTree>
    <p:extLst>
      <p:ext uri="{BB962C8B-B14F-4D97-AF65-F5344CB8AC3E}">
        <p14:creationId xmlns:p14="http://schemas.microsoft.com/office/powerpoint/2010/main" val="40423996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559EB-DAF2-C4E5-2BA0-64400A14FB20}"/>
              </a:ext>
            </a:extLst>
          </p:cNvPr>
          <p:cNvSpPr>
            <a:spLocks noGrp="1"/>
          </p:cNvSpPr>
          <p:nvPr>
            <p:ph type="title"/>
          </p:nvPr>
        </p:nvSpPr>
        <p:spPr/>
        <p:txBody>
          <a:bodyPr/>
          <a:lstStyle/>
          <a:p>
            <a:r>
              <a:rPr lang="en-US" dirty="0">
                <a:ea typeface="+mj-lt"/>
                <a:cs typeface="+mj-lt"/>
              </a:rPr>
              <a:t>Seasonal Patterns</a:t>
            </a:r>
            <a:endParaRPr lang="en-US" dirty="0"/>
          </a:p>
        </p:txBody>
      </p:sp>
      <p:pic>
        <p:nvPicPr>
          <p:cNvPr id="5" name="Content Placeholder 4" descr="A graph of blue bars&#10;&#10;AI-generated content may be incorrect.">
            <a:extLst>
              <a:ext uri="{FF2B5EF4-FFF2-40B4-BE49-F238E27FC236}">
                <a16:creationId xmlns:a16="http://schemas.microsoft.com/office/drawing/2014/main" id="{13CB7E33-41EA-7696-EA64-C5CCCCCA9928}"/>
              </a:ext>
            </a:extLst>
          </p:cNvPr>
          <p:cNvPicPr>
            <a:picLocks noGrp="1" noChangeAspect="1"/>
          </p:cNvPicPr>
          <p:nvPr>
            <p:ph sz="quarter" idx="31"/>
          </p:nvPr>
        </p:nvPicPr>
        <p:blipFill>
          <a:blip r:embed="rId2"/>
          <a:stretch>
            <a:fillRect/>
          </a:stretch>
        </p:blipFill>
        <p:spPr>
          <a:xfrm>
            <a:off x="3044336" y="2814615"/>
            <a:ext cx="3809896" cy="3019033"/>
          </a:xfrm>
          <a:prstGeom prst="rect">
            <a:avLst/>
          </a:prstGeom>
        </p:spPr>
      </p:pic>
      <p:sp>
        <p:nvSpPr>
          <p:cNvPr id="4" name="Slide Number Placeholder 3">
            <a:extLst>
              <a:ext uri="{FF2B5EF4-FFF2-40B4-BE49-F238E27FC236}">
                <a16:creationId xmlns:a16="http://schemas.microsoft.com/office/drawing/2014/main" id="{44092EC9-5C67-7F2C-11A3-56D90F70021F}"/>
              </a:ext>
            </a:extLst>
          </p:cNvPr>
          <p:cNvSpPr>
            <a:spLocks noGrp="1"/>
          </p:cNvSpPr>
          <p:nvPr>
            <p:ph type="sldNum" sz="quarter" idx="12"/>
          </p:nvPr>
        </p:nvSpPr>
        <p:spPr/>
        <p:txBody>
          <a:bodyPr/>
          <a:lstStyle/>
          <a:p>
            <a:fld id="{FE024F78-56A6-7740-B68D-8D4D026EDF3F}" type="slidenum">
              <a:rPr lang="en-US" smtClean="0"/>
              <a:pPr/>
              <a:t>7</a:t>
            </a:fld>
            <a:endParaRPr lang="en-US" dirty="0"/>
          </a:p>
        </p:txBody>
      </p:sp>
      <p:sp>
        <p:nvSpPr>
          <p:cNvPr id="6" name="TextBox 5">
            <a:extLst>
              <a:ext uri="{FF2B5EF4-FFF2-40B4-BE49-F238E27FC236}">
                <a16:creationId xmlns:a16="http://schemas.microsoft.com/office/drawing/2014/main" id="{6EDCA4DB-0FB1-9BE3-7E74-87E4611EC982}"/>
              </a:ext>
            </a:extLst>
          </p:cNvPr>
          <p:cNvSpPr txBox="1"/>
          <p:nvPr/>
        </p:nvSpPr>
        <p:spPr>
          <a:xfrm>
            <a:off x="3308959" y="5934206"/>
            <a:ext cx="6096000"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solidFill>
                  <a:schemeClr val="bg1"/>
                </a:solidFill>
              </a:rPr>
              <a:t>– Crime lowest Feb–Apr</a:t>
            </a:r>
            <a:br>
              <a:rPr lang="en-US" dirty="0">
                <a:solidFill>
                  <a:schemeClr val="bg1"/>
                </a:solidFill>
              </a:rPr>
            </a:br>
            <a:r>
              <a:rPr lang="en-US" dirty="0">
                <a:solidFill>
                  <a:schemeClr val="bg1"/>
                </a:solidFill>
              </a:rPr>
              <a:t>– Crime peaks July–August</a:t>
            </a:r>
          </a:p>
          <a:p>
            <a:pPr algn="ctr"/>
            <a:endParaRPr lang="en-US"/>
          </a:p>
        </p:txBody>
      </p:sp>
      <p:sp>
        <p:nvSpPr>
          <p:cNvPr id="3" name="TextBox 2">
            <a:extLst>
              <a:ext uri="{FF2B5EF4-FFF2-40B4-BE49-F238E27FC236}">
                <a16:creationId xmlns:a16="http://schemas.microsoft.com/office/drawing/2014/main" id="{79E0A46A-1CAC-8496-B91A-B560E945B639}"/>
              </a:ext>
            </a:extLst>
          </p:cNvPr>
          <p:cNvSpPr txBox="1"/>
          <p:nvPr/>
        </p:nvSpPr>
        <p:spPr>
          <a:xfrm>
            <a:off x="2787041" y="1998945"/>
            <a:ext cx="6096000" cy="110799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aseline="0" dirty="0">
                <a:solidFill>
                  <a:srgbClr val="73EBF9"/>
                </a:solidFill>
                <a:latin typeface="Arial Nova"/>
              </a:rPr>
              <a:t>Are there seasonal patterns in violent crime?</a:t>
            </a:r>
            <a:endParaRPr lang="en-US" dirty="0">
              <a:solidFill>
                <a:srgbClr val="73EBF9"/>
              </a:solidFill>
            </a:endParaRPr>
          </a:p>
          <a:p>
            <a:pPr algn="ctr"/>
            <a:endParaRPr lang="en-US"/>
          </a:p>
        </p:txBody>
      </p:sp>
    </p:spTree>
    <p:extLst>
      <p:ext uri="{BB962C8B-B14F-4D97-AF65-F5344CB8AC3E}">
        <p14:creationId xmlns:p14="http://schemas.microsoft.com/office/powerpoint/2010/main" val="26398344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descr="A screenshot of a computer&#10;&#10;AI-generated content may be incorrect.">
            <a:extLst>
              <a:ext uri="{FF2B5EF4-FFF2-40B4-BE49-F238E27FC236}">
                <a16:creationId xmlns:a16="http://schemas.microsoft.com/office/drawing/2014/main" id="{9BD633A5-79A3-D723-C3C6-C53F5A27BD44}"/>
              </a:ext>
            </a:extLst>
          </p:cNvPr>
          <p:cNvPicPr>
            <a:picLocks noGrp="1" noChangeAspect="1"/>
          </p:cNvPicPr>
          <p:nvPr>
            <p:ph sz="quarter" idx="31"/>
          </p:nvPr>
        </p:nvPicPr>
        <p:blipFill>
          <a:blip r:embed="rId2"/>
          <a:stretch>
            <a:fillRect/>
          </a:stretch>
        </p:blipFill>
        <p:spPr>
          <a:xfrm>
            <a:off x="2220080" y="238767"/>
            <a:ext cx="5750682" cy="1584127"/>
          </a:xfrm>
          <a:prstGeom prst="rect">
            <a:avLst/>
          </a:prstGeom>
        </p:spPr>
      </p:pic>
      <p:sp>
        <p:nvSpPr>
          <p:cNvPr id="4" name="Slide Number Placeholder 3">
            <a:extLst>
              <a:ext uri="{FF2B5EF4-FFF2-40B4-BE49-F238E27FC236}">
                <a16:creationId xmlns:a16="http://schemas.microsoft.com/office/drawing/2014/main" id="{1D7C7F26-6D52-D512-D6C2-4939D8E38690}"/>
              </a:ext>
            </a:extLst>
          </p:cNvPr>
          <p:cNvSpPr>
            <a:spLocks noGrp="1"/>
          </p:cNvSpPr>
          <p:nvPr>
            <p:ph type="sldNum" sz="quarter" idx="12"/>
          </p:nvPr>
        </p:nvSpPr>
        <p:spPr/>
        <p:txBody>
          <a:bodyPr/>
          <a:lstStyle/>
          <a:p>
            <a:fld id="{FE024F78-56A6-7740-B68D-8D4D026EDF3F}" type="slidenum">
              <a:rPr lang="en-US" smtClean="0"/>
              <a:pPr/>
              <a:t>8</a:t>
            </a:fld>
            <a:endParaRPr lang="en-US" dirty="0"/>
          </a:p>
        </p:txBody>
      </p:sp>
      <p:pic>
        <p:nvPicPr>
          <p:cNvPr id="6" name="Picture 5" descr="A screenshot of a computer&#10;&#10;AI-generated content may be incorrect.">
            <a:extLst>
              <a:ext uri="{FF2B5EF4-FFF2-40B4-BE49-F238E27FC236}">
                <a16:creationId xmlns:a16="http://schemas.microsoft.com/office/drawing/2014/main" id="{4751B828-3773-A895-79F6-4DB2F21CCB3C}"/>
              </a:ext>
            </a:extLst>
          </p:cNvPr>
          <p:cNvPicPr>
            <a:picLocks noChangeAspect="1"/>
          </p:cNvPicPr>
          <p:nvPr/>
        </p:nvPicPr>
        <p:blipFill>
          <a:blip r:embed="rId3"/>
          <a:stretch>
            <a:fillRect/>
          </a:stretch>
        </p:blipFill>
        <p:spPr>
          <a:xfrm>
            <a:off x="2473890" y="2550067"/>
            <a:ext cx="5240056" cy="1716117"/>
          </a:xfrm>
          <a:prstGeom prst="rect">
            <a:avLst/>
          </a:prstGeom>
        </p:spPr>
      </p:pic>
      <p:pic>
        <p:nvPicPr>
          <p:cNvPr id="8" name="Picture 7" descr="A screenshot of a computer program&#10;&#10;AI-generated content may be incorrect.">
            <a:extLst>
              <a:ext uri="{FF2B5EF4-FFF2-40B4-BE49-F238E27FC236}">
                <a16:creationId xmlns:a16="http://schemas.microsoft.com/office/drawing/2014/main" id="{7DE14685-96DE-BD0B-4EA4-1DDEE96B1BAB}"/>
              </a:ext>
            </a:extLst>
          </p:cNvPr>
          <p:cNvPicPr>
            <a:picLocks noChangeAspect="1"/>
          </p:cNvPicPr>
          <p:nvPr/>
        </p:nvPicPr>
        <p:blipFill>
          <a:blip r:embed="rId4"/>
          <a:stretch>
            <a:fillRect/>
          </a:stretch>
        </p:blipFill>
        <p:spPr>
          <a:xfrm>
            <a:off x="2411259" y="4991493"/>
            <a:ext cx="5031289" cy="1593152"/>
          </a:xfrm>
          <a:prstGeom prst="rect">
            <a:avLst/>
          </a:prstGeom>
        </p:spPr>
      </p:pic>
      <p:pic>
        <p:nvPicPr>
          <p:cNvPr id="9" name="Picture 8" descr="A screenshot of a computer program&#10;&#10;AI-generated content may be incorrect.">
            <a:extLst>
              <a:ext uri="{FF2B5EF4-FFF2-40B4-BE49-F238E27FC236}">
                <a16:creationId xmlns:a16="http://schemas.microsoft.com/office/drawing/2014/main" id="{F0CF5B47-2E2D-6ADC-8DDF-24582092BE83}"/>
              </a:ext>
            </a:extLst>
          </p:cNvPr>
          <p:cNvPicPr>
            <a:picLocks noChangeAspect="1"/>
          </p:cNvPicPr>
          <p:nvPr/>
        </p:nvPicPr>
        <p:blipFill>
          <a:blip r:embed="rId5"/>
          <a:stretch>
            <a:fillRect/>
          </a:stretch>
        </p:blipFill>
        <p:spPr>
          <a:xfrm>
            <a:off x="7150274" y="3556084"/>
            <a:ext cx="5041729" cy="1447286"/>
          </a:xfrm>
          <a:prstGeom prst="rect">
            <a:avLst/>
          </a:prstGeom>
        </p:spPr>
      </p:pic>
      <p:pic>
        <p:nvPicPr>
          <p:cNvPr id="10" name="Picture 9" descr="A screenshot of a computer program&#10;&#10;AI-generated content may be incorrect.">
            <a:extLst>
              <a:ext uri="{FF2B5EF4-FFF2-40B4-BE49-F238E27FC236}">
                <a16:creationId xmlns:a16="http://schemas.microsoft.com/office/drawing/2014/main" id="{03D0A5E9-5C29-E61A-37E9-5D624FEAA205}"/>
              </a:ext>
            </a:extLst>
          </p:cNvPr>
          <p:cNvPicPr>
            <a:picLocks noChangeAspect="1"/>
          </p:cNvPicPr>
          <p:nvPr/>
        </p:nvPicPr>
        <p:blipFill>
          <a:blip r:embed="rId6"/>
          <a:stretch>
            <a:fillRect/>
          </a:stretch>
        </p:blipFill>
        <p:spPr>
          <a:xfrm>
            <a:off x="7715968" y="1314908"/>
            <a:ext cx="4369628" cy="1733420"/>
          </a:xfrm>
          <a:prstGeom prst="rect">
            <a:avLst/>
          </a:prstGeom>
        </p:spPr>
      </p:pic>
    </p:spTree>
    <p:extLst>
      <p:ext uri="{BB962C8B-B14F-4D97-AF65-F5344CB8AC3E}">
        <p14:creationId xmlns:p14="http://schemas.microsoft.com/office/powerpoint/2010/main" val="38394881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5080C2-5BD1-B54B-A494-1D5ECE2106A1}"/>
              </a:ext>
            </a:extLst>
          </p:cNvPr>
          <p:cNvSpPr>
            <a:spLocks noGrp="1"/>
          </p:cNvSpPr>
          <p:nvPr>
            <p:ph type="title"/>
          </p:nvPr>
        </p:nvSpPr>
        <p:spPr/>
        <p:txBody>
          <a:bodyPr/>
          <a:lstStyle/>
          <a:p>
            <a:r>
              <a:rPr lang="en-US" dirty="0">
                <a:cs typeface="Biome"/>
              </a:rPr>
              <a:t>Conclusion</a:t>
            </a:r>
            <a:endParaRPr lang="en-US" dirty="0"/>
          </a:p>
        </p:txBody>
      </p:sp>
      <p:sp>
        <p:nvSpPr>
          <p:cNvPr id="3" name="Content Placeholder 2">
            <a:extLst>
              <a:ext uri="{FF2B5EF4-FFF2-40B4-BE49-F238E27FC236}">
                <a16:creationId xmlns:a16="http://schemas.microsoft.com/office/drawing/2014/main" id="{452B4896-C188-FB46-DE01-D41FA08D0952}"/>
              </a:ext>
            </a:extLst>
          </p:cNvPr>
          <p:cNvSpPr>
            <a:spLocks noGrp="1"/>
          </p:cNvSpPr>
          <p:nvPr>
            <p:ph sz="quarter" idx="31"/>
          </p:nvPr>
        </p:nvSpPr>
        <p:spPr/>
        <p:txBody>
          <a:bodyPr vert="horz" lIns="91440" tIns="45720" rIns="91440" bIns="45720" rtlCol="0" anchor="t">
            <a:noAutofit/>
          </a:bodyPr>
          <a:lstStyle/>
          <a:p>
            <a:r>
              <a:rPr lang="en-US" dirty="0">
                <a:ea typeface="+mn-lt"/>
                <a:cs typeface="+mn-lt"/>
              </a:rPr>
              <a:t>Through this project, we explored the Chicago violent crime dataset by cleaning the data, extracting key variables, and using Python to calculate totals, arrest rates, and monthly/annual patterns. By creating bar charts and analyzing trends, we were able to turn raw data into meaningful insights about how violent crime changes over time, which crime types are most common, and when crime is most likely to occur. This process showed how data analysis can reveal patterns that are not visible just by looking at numbers in a table.</a:t>
            </a:r>
            <a:endParaRPr lang="en-US" dirty="0"/>
          </a:p>
          <a:p>
            <a:pPr marL="0" indent="0">
              <a:buNone/>
            </a:pPr>
            <a:endParaRPr lang="en-US" dirty="0"/>
          </a:p>
        </p:txBody>
      </p:sp>
      <p:sp>
        <p:nvSpPr>
          <p:cNvPr id="4" name="Slide Number Placeholder 3">
            <a:extLst>
              <a:ext uri="{FF2B5EF4-FFF2-40B4-BE49-F238E27FC236}">
                <a16:creationId xmlns:a16="http://schemas.microsoft.com/office/drawing/2014/main" id="{B6BE3148-BB89-8B29-B286-3880F4921ED5}"/>
              </a:ext>
            </a:extLst>
          </p:cNvPr>
          <p:cNvSpPr>
            <a:spLocks noGrp="1"/>
          </p:cNvSpPr>
          <p:nvPr>
            <p:ph type="sldNum" sz="quarter" idx="12"/>
          </p:nvPr>
        </p:nvSpPr>
        <p:spPr/>
        <p:txBody>
          <a:bodyPr/>
          <a:lstStyle/>
          <a:p>
            <a:fld id="{FE024F78-56A6-7740-B68D-8D4D026EDF3F}" type="slidenum">
              <a:rPr lang="en-US" smtClean="0"/>
              <a:pPr/>
              <a:t>9</a:t>
            </a:fld>
            <a:endParaRPr lang="en-US" dirty="0"/>
          </a:p>
        </p:txBody>
      </p:sp>
    </p:spTree>
    <p:extLst>
      <p:ext uri="{BB962C8B-B14F-4D97-AF65-F5344CB8AC3E}">
        <p14:creationId xmlns:p14="http://schemas.microsoft.com/office/powerpoint/2010/main" val="3330371999"/>
      </p:ext>
    </p:extLst>
  </p:cSld>
  <p:clrMapOvr>
    <a:masterClrMapping/>
  </p:clrMapOvr>
</p:sld>
</file>

<file path=ppt/theme/theme1.xml><?xml version="1.0" encoding="utf-8"?>
<a:theme xmlns:a="http://schemas.openxmlformats.org/drawingml/2006/main" name="Custom">
  <a:themeElements>
    <a:clrScheme name="Custom 17">
      <a:dk1>
        <a:srgbClr val="000000"/>
      </a:dk1>
      <a:lt1>
        <a:srgbClr val="FFFFFF"/>
      </a:lt1>
      <a:dk2>
        <a:srgbClr val="FC4EFB"/>
      </a:dk2>
      <a:lt2>
        <a:srgbClr val="E7E6E6"/>
      </a:lt2>
      <a:accent1>
        <a:srgbClr val="FAF24C"/>
      </a:accent1>
      <a:accent2>
        <a:srgbClr val="5EFCAC"/>
      </a:accent2>
      <a:accent3>
        <a:srgbClr val="73EBF9"/>
      </a:accent3>
      <a:accent4>
        <a:srgbClr val="316CFC"/>
      </a:accent4>
      <a:accent5>
        <a:srgbClr val="B059FD"/>
      </a:accent5>
      <a:accent6>
        <a:srgbClr val="9405FC"/>
      </a:accent6>
      <a:hlink>
        <a:srgbClr val="FFFFFF"/>
      </a:hlink>
      <a:folHlink>
        <a:srgbClr val="FFFFFF"/>
      </a:folHlink>
    </a:clrScheme>
    <a:fontScheme name="Custom 15">
      <a:majorFont>
        <a:latin typeface="Biome"/>
        <a:ea typeface=""/>
        <a:cs typeface=""/>
      </a:majorFont>
      <a:minorFont>
        <a:latin typeface="Arial Nov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11936837_win32_SL_V11" id="{EAD6EF7B-6F25-4469-AF6A-07D6EB1461DD}" vid="{30FEA78B-2F89-4FF0-8415-E3920802C58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4137456-21FC-4AE2-8A94-BF06CAF2EB9B}">
  <ds:schemaRefs>
    <ds:schemaRef ds:uri="http://schemas.microsoft.com/sharepoint/v3/contenttype/forms"/>
  </ds:schemaRefs>
</ds:datastoreItem>
</file>

<file path=customXml/itemProps2.xml><?xml version="1.0" encoding="utf-8"?>
<ds:datastoreItem xmlns:ds="http://schemas.openxmlformats.org/officeDocument/2006/customXml" ds:itemID="{E305301E-11B3-4B9D-A588-21F3C9809371}">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C77B561B-3A65-4A22-9691-EB838E7F9B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{6D8B1B94-0AC9-4569-8374-B7B6EB681BFE}TFe8699e8e-689b-4d7e-abcf-e888fd749829db3118dc_win32-d573b439b56f</Template>
  <TotalTime>60</TotalTime>
  <Words>15</Words>
  <Application>Microsoft Office PowerPoint</Application>
  <PresentationFormat>Widescreen</PresentationFormat>
  <Paragraphs>10</Paragraphs>
  <Slides>9</Slides>
  <Notes>1</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Custom</vt:lpstr>
      <vt:lpstr>Chicago crime</vt:lpstr>
      <vt:lpstr> </vt:lpstr>
      <vt:lpstr>Dataset Summary</vt:lpstr>
      <vt:lpstr>Questions We Answered</vt:lpstr>
      <vt:lpstr>Crime Trends Over Time</vt:lpstr>
      <vt:lpstr>Crime Types &amp; Arrest Rates</vt:lpstr>
      <vt:lpstr>Seasonal Patterns</vt:lpstr>
      <vt:lpstr>PowerPoint Presentation</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Hidaya Jazbi</dc:creator>
  <cp:lastModifiedBy>Hidaya Jazbi</cp:lastModifiedBy>
  <cp:revision>202</cp:revision>
  <dcterms:created xsi:type="dcterms:W3CDTF">2025-11-25T16:38:36Z</dcterms:created>
  <dcterms:modified xsi:type="dcterms:W3CDTF">2025-11-30T18:35:28Z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