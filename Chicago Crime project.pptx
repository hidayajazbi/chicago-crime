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42" r:id="rId5"/>
    <p:sldId id="347" r:id="rId6"/>
    <p:sldId id="343" r:id="rId7"/>
    <p:sldId id="350" r:id="rId8"/>
    <p:sldId id="344" r:id="rId9"/>
    <p:sldId id="346" r:id="rId10"/>
    <p:sldId id="348" r:id="rId11"/>
    <p:sldId id="351" r:id="rId12"/>
    <p:sldId id="349" r:id="rId13"/>
    <p:sldId id="35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850245-BE47-A738-F334-8BD5117316F0}" v="496" dt="2025-11-30T18:35:19.883"/>
  </p1510:revLst>
</p1510:revInfo>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showGuides="1">
      <p:cViewPr varScale="1">
        <p:scale>
          <a:sx n="78" d="100"/>
          <a:sy n="78" d="100"/>
        </p:scale>
        <p:origin x="87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20850245-BE47-A738-F334-8BD5117316F0}"/>
    <pc:docChg chg="addSld delSld modSld sldOrd">
      <pc:chgData name="Guest User" userId="" providerId="Windows Live" clId="Web-{20850245-BE47-A738-F334-8BD5117316F0}" dt="2025-11-30T18:35:17.898" v="405" actId="20577"/>
      <pc:docMkLst>
        <pc:docMk/>
      </pc:docMkLst>
      <pc:sldChg chg="modSp ord">
        <pc:chgData name="Guest User" userId="" providerId="Windows Live" clId="Web-{20850245-BE47-A738-F334-8BD5117316F0}" dt="2025-11-30T18:15:56.789" v="278"/>
        <pc:sldMkLst>
          <pc:docMk/>
          <pc:sldMk cId="3639515720" sldId="343"/>
        </pc:sldMkLst>
        <pc:spChg chg="mod">
          <ac:chgData name="Guest User" userId="" providerId="Windows Live" clId="Web-{20850245-BE47-A738-F334-8BD5117316F0}" dt="2025-11-29T23:59:41.726" v="23" actId="20577"/>
          <ac:spMkLst>
            <pc:docMk/>
            <pc:sldMk cId="3639515720" sldId="343"/>
            <ac:spMk id="2" creationId="{A1B683CB-25DE-E5AD-BB82-9F87097D0325}"/>
          </ac:spMkLst>
        </pc:spChg>
        <pc:spChg chg="mod">
          <ac:chgData name="Guest User" userId="" providerId="Windows Live" clId="Web-{20850245-BE47-A738-F334-8BD5117316F0}" dt="2025-11-30T00:00:56.117" v="33" actId="20577"/>
          <ac:spMkLst>
            <pc:docMk/>
            <pc:sldMk cId="3639515720" sldId="343"/>
            <ac:spMk id="3" creationId="{016A8FC3-0707-6B03-4A2D-4008DF5C36B7}"/>
          </ac:spMkLst>
        </pc:spChg>
      </pc:sldChg>
      <pc:sldChg chg="addSp delSp modSp">
        <pc:chgData name="Guest User" userId="" providerId="Windows Live" clId="Web-{20850245-BE47-A738-F334-8BD5117316F0}" dt="2025-11-30T18:22:12.763" v="303" actId="1076"/>
        <pc:sldMkLst>
          <pc:docMk/>
          <pc:sldMk cId="2412690919" sldId="344"/>
        </pc:sldMkLst>
        <pc:spChg chg="mod">
          <ac:chgData name="Guest User" userId="" providerId="Windows Live" clId="Web-{20850245-BE47-A738-F334-8BD5117316F0}" dt="2025-11-30T00:01:18.351" v="34" actId="20577"/>
          <ac:spMkLst>
            <pc:docMk/>
            <pc:sldMk cId="2412690919" sldId="344"/>
            <ac:spMk id="2" creationId="{AC516B0A-FCA6-6878-D60F-605F94B39010}"/>
          </ac:spMkLst>
        </pc:spChg>
        <pc:spChg chg="add mod">
          <ac:chgData name="Guest User" userId="" providerId="Windows Live" clId="Web-{20850245-BE47-A738-F334-8BD5117316F0}" dt="2025-11-30T18:21:09.403" v="287" actId="14100"/>
          <ac:spMkLst>
            <pc:docMk/>
            <pc:sldMk cId="2412690919" sldId="344"/>
            <ac:spMk id="3" creationId="{680FAC24-8022-4FE0-81FC-ED9383476A5B}"/>
          </ac:spMkLst>
        </pc:spChg>
        <pc:spChg chg="del">
          <ac:chgData name="Guest User" userId="" providerId="Windows Live" clId="Web-{20850245-BE47-A738-F334-8BD5117316F0}" dt="2025-11-30T00:16:16.530" v="35"/>
          <ac:spMkLst>
            <pc:docMk/>
            <pc:sldMk cId="2412690919" sldId="344"/>
            <ac:spMk id="3" creationId="{B5CBB129-25E4-674A-DBE9-5C4DA5B0A791}"/>
          </ac:spMkLst>
        </pc:spChg>
        <pc:spChg chg="add mod">
          <ac:chgData name="Guest User" userId="" providerId="Windows Live" clId="Web-{20850245-BE47-A738-F334-8BD5117316F0}" dt="2025-11-30T18:22:12.763" v="303" actId="1076"/>
          <ac:spMkLst>
            <pc:docMk/>
            <pc:sldMk cId="2412690919" sldId="344"/>
            <ac:spMk id="6" creationId="{3EF645FE-4915-3072-48CB-CD4435EAC97C}"/>
          </ac:spMkLst>
        </pc:spChg>
        <pc:spChg chg="add del mod">
          <ac:chgData name="Guest User" userId="" providerId="Windows Live" clId="Web-{20850245-BE47-A738-F334-8BD5117316F0}" dt="2025-11-30T00:17:24.702" v="43"/>
          <ac:spMkLst>
            <pc:docMk/>
            <pc:sldMk cId="2412690919" sldId="344"/>
            <ac:spMk id="7" creationId="{50D6748F-DF51-E925-4A7C-C9A7D266472E}"/>
          </ac:spMkLst>
        </pc:spChg>
        <pc:spChg chg="add mod">
          <ac:chgData name="Guest User" userId="" providerId="Windows Live" clId="Web-{20850245-BE47-A738-F334-8BD5117316F0}" dt="2025-11-30T18:17:43.463" v="279" actId="1076"/>
          <ac:spMkLst>
            <pc:docMk/>
            <pc:sldMk cId="2412690919" sldId="344"/>
            <ac:spMk id="8" creationId="{22FDFD2F-9943-FBCB-DC58-D389EBCE1569}"/>
          </ac:spMkLst>
        </pc:spChg>
        <pc:spChg chg="add mod">
          <ac:chgData name="Guest User" userId="" providerId="Windows Live" clId="Web-{20850245-BE47-A738-F334-8BD5117316F0}" dt="2025-11-30T18:17:47.526" v="280" actId="1076"/>
          <ac:spMkLst>
            <pc:docMk/>
            <pc:sldMk cId="2412690919" sldId="344"/>
            <ac:spMk id="10" creationId="{114AB88A-2FA0-976D-A243-7D2691462EE4}"/>
          </ac:spMkLst>
        </pc:spChg>
        <pc:picChg chg="add mod ord">
          <ac:chgData name="Guest User" userId="" providerId="Windows Live" clId="Web-{20850245-BE47-A738-F334-8BD5117316F0}" dt="2025-11-30T18:21:04.934" v="286" actId="1076"/>
          <ac:picMkLst>
            <pc:docMk/>
            <pc:sldMk cId="2412690919" sldId="344"/>
            <ac:picMk id="5" creationId="{460291E7-4CA8-28FD-4B8E-C349BC201418}"/>
          </ac:picMkLst>
        </pc:picChg>
        <pc:picChg chg="add mod">
          <ac:chgData name="Guest User" userId="" providerId="Windows Live" clId="Web-{20850245-BE47-A738-F334-8BD5117316F0}" dt="2025-11-30T18:21:11.091" v="288" actId="1076"/>
          <ac:picMkLst>
            <pc:docMk/>
            <pc:sldMk cId="2412690919" sldId="344"/>
            <ac:picMk id="9" creationId="{A0196AEF-CB58-21E4-0F07-DFFA781629EA}"/>
          </ac:picMkLst>
        </pc:picChg>
      </pc:sldChg>
      <pc:sldChg chg="del ord">
        <pc:chgData name="Guest User" userId="" providerId="Windows Live" clId="Web-{20850245-BE47-A738-F334-8BD5117316F0}" dt="2025-11-30T17:38:45.873" v="148"/>
        <pc:sldMkLst>
          <pc:docMk/>
          <pc:sldMk cId="1276723284" sldId="345"/>
        </pc:sldMkLst>
      </pc:sldChg>
      <pc:sldChg chg="addSp delSp modSp">
        <pc:chgData name="Guest User" userId="" providerId="Windows Live" clId="Web-{20850245-BE47-A738-F334-8BD5117316F0}" dt="2025-11-30T18:35:17.898" v="405" actId="20577"/>
        <pc:sldMkLst>
          <pc:docMk/>
          <pc:sldMk cId="4042399695" sldId="346"/>
        </pc:sldMkLst>
        <pc:spChg chg="mod">
          <ac:chgData name="Guest User" userId="" providerId="Windows Live" clId="Web-{20850245-BE47-A738-F334-8BD5117316F0}" dt="2025-11-30T00:22:47.737" v="84" actId="20577"/>
          <ac:spMkLst>
            <pc:docMk/>
            <pc:sldMk cId="4042399695" sldId="346"/>
            <ac:spMk id="2" creationId="{20652F88-C173-1A49-4629-13C6A52CF192}"/>
          </ac:spMkLst>
        </pc:spChg>
        <pc:spChg chg="add mod">
          <ac:chgData name="Guest User" userId="" providerId="Windows Live" clId="Web-{20850245-BE47-A738-F334-8BD5117316F0}" dt="2025-11-30T18:23:12.357" v="313" actId="14100"/>
          <ac:spMkLst>
            <pc:docMk/>
            <pc:sldMk cId="4042399695" sldId="346"/>
            <ac:spMk id="3" creationId="{6BB54416-ABF9-564D-1222-733F1E005BA8}"/>
          </ac:spMkLst>
        </pc:spChg>
        <pc:spChg chg="del">
          <ac:chgData name="Guest User" userId="" providerId="Windows Live" clId="Web-{20850245-BE47-A738-F334-8BD5117316F0}" dt="2025-11-30T00:23:25.894" v="85"/>
          <ac:spMkLst>
            <pc:docMk/>
            <pc:sldMk cId="4042399695" sldId="346"/>
            <ac:spMk id="3" creationId="{B2A70DC0-E9DC-2278-572D-5230AFB2EEAE}"/>
          </ac:spMkLst>
        </pc:spChg>
        <pc:spChg chg="add mod">
          <ac:chgData name="Guest User" userId="" providerId="Windows Live" clId="Web-{20850245-BE47-A738-F334-8BD5117316F0}" dt="2025-11-30T18:22:59.591" v="308" actId="1076"/>
          <ac:spMkLst>
            <pc:docMk/>
            <pc:sldMk cId="4042399695" sldId="346"/>
            <ac:spMk id="7" creationId="{EFC81027-789D-AF9A-BF78-DC5A7972DFBD}"/>
          </ac:spMkLst>
        </pc:spChg>
        <pc:spChg chg="add mod">
          <ac:chgData name="Guest User" userId="" providerId="Windows Live" clId="Web-{20850245-BE47-A738-F334-8BD5117316F0}" dt="2025-11-30T18:24:29.764" v="321" actId="1076"/>
          <ac:spMkLst>
            <pc:docMk/>
            <pc:sldMk cId="4042399695" sldId="346"/>
            <ac:spMk id="8" creationId="{AD2BB03C-3608-4CA4-BDEB-4817702D3B8B}"/>
          </ac:spMkLst>
        </pc:spChg>
        <pc:spChg chg="add mod">
          <ac:chgData name="Guest User" userId="" providerId="Windows Live" clId="Web-{20850245-BE47-A738-F334-8BD5117316F0}" dt="2025-11-30T18:35:17.898" v="405" actId="20577"/>
          <ac:spMkLst>
            <pc:docMk/>
            <pc:sldMk cId="4042399695" sldId="346"/>
            <ac:spMk id="9" creationId="{DDAC8861-394E-0D01-004C-2D83B3C375D6}"/>
          </ac:spMkLst>
        </pc:spChg>
        <pc:picChg chg="add mod ord">
          <ac:chgData name="Guest User" userId="" providerId="Windows Live" clId="Web-{20850245-BE47-A738-F334-8BD5117316F0}" dt="2025-11-30T18:23:03.248" v="309" actId="1076"/>
          <ac:picMkLst>
            <pc:docMk/>
            <pc:sldMk cId="4042399695" sldId="346"/>
            <ac:picMk id="5" creationId="{322EF0C1-AAA3-A781-E787-D8F952C37D4F}"/>
          </ac:picMkLst>
        </pc:picChg>
        <pc:picChg chg="add mod">
          <ac:chgData name="Guest User" userId="" providerId="Windows Live" clId="Web-{20850245-BE47-A738-F334-8BD5117316F0}" dt="2025-11-30T18:24:31.795" v="322" actId="1076"/>
          <ac:picMkLst>
            <pc:docMk/>
            <pc:sldMk cId="4042399695" sldId="346"/>
            <ac:picMk id="6" creationId="{E78E2DAB-33A8-8494-1039-5D743BC22B6C}"/>
          </ac:picMkLst>
        </pc:picChg>
      </pc:sldChg>
      <pc:sldChg chg="addSp modSp">
        <pc:chgData name="Guest User" userId="" providerId="Windows Live" clId="Web-{20850245-BE47-A738-F334-8BD5117316F0}" dt="2025-11-30T18:00:08.516" v="270" actId="20577"/>
        <pc:sldMkLst>
          <pc:docMk/>
          <pc:sldMk cId="1792340559" sldId="347"/>
        </pc:sldMkLst>
        <pc:spChg chg="mod">
          <ac:chgData name="Guest User" userId="" providerId="Windows Live" clId="Web-{20850245-BE47-A738-F334-8BD5117316F0}" dt="2025-11-29T23:34:33.403" v="3" actId="20577"/>
          <ac:spMkLst>
            <pc:docMk/>
            <pc:sldMk cId="1792340559" sldId="347"/>
            <ac:spMk id="2" creationId="{13ED712B-B621-4F18-24CD-974D06D7E5B5}"/>
          </ac:spMkLst>
        </pc:spChg>
        <pc:spChg chg="mod">
          <ac:chgData name="Guest User" userId="" providerId="Windows Live" clId="Web-{20850245-BE47-A738-F334-8BD5117316F0}" dt="2025-11-30T18:00:08.516" v="270" actId="20577"/>
          <ac:spMkLst>
            <pc:docMk/>
            <pc:sldMk cId="1792340559" sldId="347"/>
            <ac:spMk id="3" creationId="{BC985808-0D64-C380-BCE5-64F55C8CAC20}"/>
          </ac:spMkLst>
        </pc:spChg>
        <pc:spChg chg="add mod">
          <ac:chgData name="Guest User" userId="" providerId="Windows Live" clId="Web-{20850245-BE47-A738-F334-8BD5117316F0}" dt="2025-11-30T17:34:41.387" v="147" actId="20577"/>
          <ac:spMkLst>
            <pc:docMk/>
            <pc:sldMk cId="1792340559" sldId="347"/>
            <ac:spMk id="5" creationId="{A1A4B372-0B1B-F665-6C0F-3150CC6FA8F3}"/>
          </ac:spMkLst>
        </pc:spChg>
      </pc:sldChg>
      <pc:sldChg chg="addSp delSp modSp new">
        <pc:chgData name="Guest User" userId="" providerId="Windows Live" clId="Web-{20850245-BE47-A738-F334-8BD5117316F0}" dt="2025-11-30T18:27:26.639" v="333"/>
        <pc:sldMkLst>
          <pc:docMk/>
          <pc:sldMk cId="2639834494" sldId="348"/>
        </pc:sldMkLst>
        <pc:spChg chg="mod">
          <ac:chgData name="Guest User" userId="" providerId="Windows Live" clId="Web-{20850245-BE47-A738-F334-8BD5117316F0}" dt="2025-11-30T00:27:36.489" v="117" actId="20577"/>
          <ac:spMkLst>
            <pc:docMk/>
            <pc:sldMk cId="2639834494" sldId="348"/>
            <ac:spMk id="2" creationId="{8B4559EB-DAF2-C4E5-2BA0-64400A14FB20}"/>
          </ac:spMkLst>
        </pc:spChg>
        <pc:spChg chg="add mod">
          <ac:chgData name="Guest User" userId="" providerId="Windows Live" clId="Web-{20850245-BE47-A738-F334-8BD5117316F0}" dt="2025-11-30T18:25:52.170" v="331" actId="20577"/>
          <ac:spMkLst>
            <pc:docMk/>
            <pc:sldMk cId="2639834494" sldId="348"/>
            <ac:spMk id="3" creationId="{79E0A46A-1CAC-8496-B91A-B560E945B639}"/>
          </ac:spMkLst>
        </pc:spChg>
        <pc:spChg chg="del">
          <ac:chgData name="Guest User" userId="" providerId="Windows Live" clId="Web-{20850245-BE47-A738-F334-8BD5117316F0}" dt="2025-11-30T00:27:08.411" v="116"/>
          <ac:spMkLst>
            <pc:docMk/>
            <pc:sldMk cId="2639834494" sldId="348"/>
            <ac:spMk id="3" creationId="{F509000D-D81B-C2CB-20D4-1A2F2A104960}"/>
          </ac:spMkLst>
        </pc:spChg>
        <pc:spChg chg="add mod">
          <ac:chgData name="Guest User" userId="" providerId="Windows Live" clId="Web-{20850245-BE47-A738-F334-8BD5117316F0}" dt="2025-11-30T00:28:07.770" v="124" actId="1076"/>
          <ac:spMkLst>
            <pc:docMk/>
            <pc:sldMk cId="2639834494" sldId="348"/>
            <ac:spMk id="6" creationId="{6EDCA4DB-0FB1-9BE3-7E74-87E4611EC982}"/>
          </ac:spMkLst>
        </pc:spChg>
        <pc:picChg chg="add mod ord">
          <ac:chgData name="Guest User" userId="" providerId="Windows Live" clId="Web-{20850245-BE47-A738-F334-8BD5117316F0}" dt="2025-11-30T18:24:59.623" v="324" actId="1076"/>
          <ac:picMkLst>
            <pc:docMk/>
            <pc:sldMk cId="2639834494" sldId="348"/>
            <ac:picMk id="5" creationId="{13CB7E33-41EA-7696-EA64-C5CCCCCA9928}"/>
          </ac:picMkLst>
        </pc:picChg>
        <pc:picChg chg="add del mod">
          <ac:chgData name="Guest User" userId="" providerId="Windows Live" clId="Web-{20850245-BE47-A738-F334-8BD5117316F0}" dt="2025-11-30T18:27:26.639" v="333"/>
          <ac:picMkLst>
            <pc:docMk/>
            <pc:sldMk cId="2639834494" sldId="348"/>
            <ac:picMk id="7" creationId="{2934C6BC-E280-FC26-488F-303B21552167}"/>
          </ac:picMkLst>
        </pc:picChg>
      </pc:sldChg>
      <pc:sldChg chg="modSp new">
        <pc:chgData name="Guest User" userId="" providerId="Windows Live" clId="Web-{20850245-BE47-A738-F334-8BD5117316F0}" dt="2025-11-30T17:30:20.228" v="130" actId="20577"/>
        <pc:sldMkLst>
          <pc:docMk/>
          <pc:sldMk cId="3330371999" sldId="349"/>
        </pc:sldMkLst>
        <pc:spChg chg="mod">
          <ac:chgData name="Guest User" userId="" providerId="Windows Live" clId="Web-{20850245-BE47-A738-F334-8BD5117316F0}" dt="2025-11-30T17:30:12.806" v="128" actId="20577"/>
          <ac:spMkLst>
            <pc:docMk/>
            <pc:sldMk cId="3330371999" sldId="349"/>
            <ac:spMk id="2" creationId="{D65080C2-5BD1-B54B-A494-1D5ECE2106A1}"/>
          </ac:spMkLst>
        </pc:spChg>
        <pc:spChg chg="mod">
          <ac:chgData name="Guest User" userId="" providerId="Windows Live" clId="Web-{20850245-BE47-A738-F334-8BD5117316F0}" dt="2025-11-30T17:30:20.228" v="130" actId="20577"/>
          <ac:spMkLst>
            <pc:docMk/>
            <pc:sldMk cId="3330371999" sldId="349"/>
            <ac:spMk id="3" creationId="{452B4896-C188-FB46-DE01-D41FA08D0952}"/>
          </ac:spMkLst>
        </pc:spChg>
      </pc:sldChg>
      <pc:sldChg chg="addSp delSp modSp new">
        <pc:chgData name="Guest User" userId="" providerId="Windows Live" clId="Web-{20850245-BE47-A738-F334-8BD5117316F0}" dt="2025-11-30T18:15:36.195" v="277" actId="20577"/>
        <pc:sldMkLst>
          <pc:docMk/>
          <pc:sldMk cId="901480733" sldId="350"/>
        </pc:sldMkLst>
        <pc:spChg chg="mod">
          <ac:chgData name="Guest User" userId="" providerId="Windows Live" clId="Web-{20850245-BE47-A738-F334-8BD5117316F0}" dt="2025-11-30T17:59:47.469" v="267" actId="20577"/>
          <ac:spMkLst>
            <pc:docMk/>
            <pc:sldMk cId="901480733" sldId="350"/>
            <ac:spMk id="2" creationId="{371E8E2E-399F-0DDA-BAD3-5FC39CB90A6D}"/>
          </ac:spMkLst>
        </pc:spChg>
        <pc:spChg chg="add del">
          <ac:chgData name="Guest User" userId="" providerId="Windows Live" clId="Web-{20850245-BE47-A738-F334-8BD5117316F0}" dt="2025-11-30T17:59:08.187" v="255"/>
          <ac:spMkLst>
            <pc:docMk/>
            <pc:sldMk cId="901480733" sldId="350"/>
            <ac:spMk id="3" creationId="{ECBC2CA1-7925-EA5A-30E9-3725185312C2}"/>
          </ac:spMkLst>
        </pc:spChg>
        <pc:spChg chg="add del mod">
          <ac:chgData name="Guest User" userId="" providerId="Windows Live" clId="Web-{20850245-BE47-A738-F334-8BD5117316F0}" dt="2025-11-30T17:58:30.904" v="247"/>
          <ac:spMkLst>
            <pc:docMk/>
            <pc:sldMk cId="901480733" sldId="350"/>
            <ac:spMk id="6" creationId="{AC785C6C-FAAB-E134-A083-86299A2FFC78}"/>
          </ac:spMkLst>
        </pc:spChg>
        <pc:spChg chg="add mod">
          <ac:chgData name="Guest User" userId="" providerId="Windows Live" clId="Web-{20850245-BE47-A738-F334-8BD5117316F0}" dt="2025-11-30T18:15:36.195" v="277" actId="20577"/>
          <ac:spMkLst>
            <pc:docMk/>
            <pc:sldMk cId="901480733" sldId="350"/>
            <ac:spMk id="7" creationId="{1D57ECC4-42BA-1475-AD89-ED5FB35F5794}"/>
          </ac:spMkLst>
        </pc:spChg>
      </pc:sldChg>
      <pc:sldChg chg="addSp delSp modSp new">
        <pc:chgData name="Guest User" userId="" providerId="Windows Live" clId="Web-{20850245-BE47-A738-F334-8BD5117316F0}" dt="2025-11-30T18:34:16.053" v="404" actId="1076"/>
        <pc:sldMkLst>
          <pc:docMk/>
          <pc:sldMk cId="3839488116" sldId="351"/>
        </pc:sldMkLst>
        <pc:spChg chg="del">
          <ac:chgData name="Guest User" userId="" providerId="Windows Live" clId="Web-{20850245-BE47-A738-F334-8BD5117316F0}" dt="2025-11-30T18:28:00.483" v="336"/>
          <ac:spMkLst>
            <pc:docMk/>
            <pc:sldMk cId="3839488116" sldId="351"/>
            <ac:spMk id="2" creationId="{9B37229F-E401-B829-BA29-520E93577A5D}"/>
          </ac:spMkLst>
        </pc:spChg>
        <pc:spChg chg="del">
          <ac:chgData name="Guest User" userId="" providerId="Windows Live" clId="Web-{20850245-BE47-A738-F334-8BD5117316F0}" dt="2025-11-30T18:27:55.952" v="335"/>
          <ac:spMkLst>
            <pc:docMk/>
            <pc:sldMk cId="3839488116" sldId="351"/>
            <ac:spMk id="3" creationId="{6955A62B-54BB-5B16-3B63-385DAF013CD9}"/>
          </ac:spMkLst>
        </pc:spChg>
        <pc:picChg chg="add mod ord">
          <ac:chgData name="Guest User" userId="" providerId="Windows Live" clId="Web-{20850245-BE47-A738-F334-8BD5117316F0}" dt="2025-11-30T18:31:25.234" v="361" actId="1076"/>
          <ac:picMkLst>
            <pc:docMk/>
            <pc:sldMk cId="3839488116" sldId="351"/>
            <ac:picMk id="5" creationId="{9BD633A5-79A3-D723-C3C6-C53F5A27BD44}"/>
          </ac:picMkLst>
        </pc:picChg>
        <pc:picChg chg="add mod">
          <ac:chgData name="Guest User" userId="" providerId="Windows Live" clId="Web-{20850245-BE47-A738-F334-8BD5117316F0}" dt="2025-11-30T18:34:13.787" v="403" actId="1076"/>
          <ac:picMkLst>
            <pc:docMk/>
            <pc:sldMk cId="3839488116" sldId="351"/>
            <ac:picMk id="6" creationId="{4751B828-3773-A895-79F6-4DB2F21CCB3C}"/>
          </ac:picMkLst>
        </pc:picChg>
        <pc:picChg chg="add del mod">
          <ac:chgData name="Guest User" userId="" providerId="Windows Live" clId="Web-{20850245-BE47-A738-F334-8BD5117316F0}" dt="2025-11-30T18:31:46.702" v="368"/>
          <ac:picMkLst>
            <pc:docMk/>
            <pc:sldMk cId="3839488116" sldId="351"/>
            <ac:picMk id="7" creationId="{9DCCE2A3-3036-986B-6E96-71DF794BBC2C}"/>
          </ac:picMkLst>
        </pc:picChg>
        <pc:picChg chg="add mod">
          <ac:chgData name="Guest User" userId="" providerId="Windows Live" clId="Web-{20850245-BE47-A738-F334-8BD5117316F0}" dt="2025-11-30T18:33:58.381" v="397" actId="1076"/>
          <ac:picMkLst>
            <pc:docMk/>
            <pc:sldMk cId="3839488116" sldId="351"/>
            <ac:picMk id="8" creationId="{7DE14685-96DE-BD0B-4EA4-1DDEE96B1BAB}"/>
          </ac:picMkLst>
        </pc:picChg>
        <pc:picChg chg="add mod">
          <ac:chgData name="Guest User" userId="" providerId="Windows Live" clId="Web-{20850245-BE47-A738-F334-8BD5117316F0}" dt="2025-11-30T18:34:08.490" v="402" actId="1076"/>
          <ac:picMkLst>
            <pc:docMk/>
            <pc:sldMk cId="3839488116" sldId="351"/>
            <ac:picMk id="9" creationId="{F0CF5B47-2E2D-6ADC-8DDF-24582092BE83}"/>
          </ac:picMkLst>
        </pc:picChg>
        <pc:picChg chg="add mod">
          <ac:chgData name="Guest User" userId="" providerId="Windows Live" clId="Web-{20850245-BE47-A738-F334-8BD5117316F0}" dt="2025-11-30T18:34:16.053" v="404" actId="1076"/>
          <ac:picMkLst>
            <pc:docMk/>
            <pc:sldMk cId="3839488116" sldId="351"/>
            <ac:picMk id="10" creationId="{03D0A5E9-5C29-E61A-37E9-5D624FEAA205}"/>
          </ac:picMkLst>
        </pc:picChg>
      </pc:sldChg>
    </pc:docChg>
  </pc:docChgLst>
  <pc:docChgLst>
    <pc:chgData name="Hidaya Jazbi" userId="7463a73a1ef6c05d" providerId="LiveId" clId="{5E83FD5A-0257-4331-8A5E-386BB672D512}"/>
    <pc:docChg chg="addSld delSld modSld sldOrd">
      <pc:chgData name="Hidaya Jazbi" userId="7463a73a1ef6c05d" providerId="LiveId" clId="{5E83FD5A-0257-4331-8A5E-386BB672D512}" dt="2025-11-25T16:58:54.779" v="58" actId="20577"/>
      <pc:docMkLst>
        <pc:docMk/>
      </pc:docMkLst>
      <pc:sldChg chg="modSp mod">
        <pc:chgData name="Hidaya Jazbi" userId="7463a73a1ef6c05d" providerId="LiveId" clId="{5E83FD5A-0257-4331-8A5E-386BB672D512}" dt="2025-11-25T16:42:47.106" v="47" actId="20577"/>
        <pc:sldMkLst>
          <pc:docMk/>
          <pc:sldMk cId="2498031464" sldId="342"/>
        </pc:sldMkLst>
        <pc:spChg chg="mod">
          <ac:chgData name="Hidaya Jazbi" userId="7463a73a1ef6c05d" providerId="LiveId" clId="{5E83FD5A-0257-4331-8A5E-386BB672D512}" dt="2025-11-25T16:42:47.106" v="47" actId="20577"/>
          <ac:spMkLst>
            <pc:docMk/>
            <pc:sldMk cId="2498031464" sldId="342"/>
            <ac:spMk id="9" creationId="{2981AB9E-AF0F-CAD0-2DD2-D640FB871E66}"/>
          </ac:spMkLst>
        </pc:spChg>
      </pc:sldChg>
      <pc:sldChg chg="new">
        <pc:chgData name="Hidaya Jazbi" userId="7463a73a1ef6c05d" providerId="LiveId" clId="{5E83FD5A-0257-4331-8A5E-386BB672D512}" dt="2025-11-25T16:41:06.940" v="12" actId="680"/>
        <pc:sldMkLst>
          <pc:docMk/>
          <pc:sldMk cId="3639515720" sldId="343"/>
        </pc:sldMkLst>
      </pc:sldChg>
      <pc:sldChg chg="new">
        <pc:chgData name="Hidaya Jazbi" userId="7463a73a1ef6c05d" providerId="LiveId" clId="{5E83FD5A-0257-4331-8A5E-386BB672D512}" dt="2025-11-25T16:41:11.442" v="13" actId="680"/>
        <pc:sldMkLst>
          <pc:docMk/>
          <pc:sldMk cId="2412690919" sldId="344"/>
        </pc:sldMkLst>
      </pc:sldChg>
      <pc:sldChg chg="new">
        <pc:chgData name="Hidaya Jazbi" userId="7463a73a1ef6c05d" providerId="LiveId" clId="{5E83FD5A-0257-4331-8A5E-386BB672D512}" dt="2025-11-25T16:41:13.094" v="15" actId="680"/>
        <pc:sldMkLst>
          <pc:docMk/>
          <pc:sldMk cId="4042399695" sldId="346"/>
        </pc:sldMkLst>
      </pc:sldChg>
      <pc:sldChg chg="new ord">
        <pc:chgData name="Hidaya Jazbi" userId="7463a73a1ef6c05d" providerId="LiveId" clId="{5E83FD5A-0257-4331-8A5E-386BB672D512}" dt="2025-11-25T16:41:22.631" v="18"/>
        <pc:sldMkLst>
          <pc:docMk/>
          <pc:sldMk cId="1792340559" sldId="347"/>
        </pc:sldMkLst>
      </pc:sldChg>
    </pc:docChg>
  </pc:docChgLst>
  <pc:docChgLst>
    <pc:chgData name="Guest User" providerId="Windows Live" clId="Web-{C602D22C-BDF6-A132-BE62-AC41CDBF9D34}"/>
    <pc:docChg chg="modSld">
      <pc:chgData name="Guest User" userId="" providerId="Windows Live" clId="Web-{C602D22C-BDF6-A132-BE62-AC41CDBF9D34}" dt="2025-11-25T16:45:08.841" v="2" actId="20577"/>
      <pc:docMkLst>
        <pc:docMk/>
      </pc:docMkLst>
      <pc:sldChg chg="modSp">
        <pc:chgData name="Guest User" userId="" providerId="Windows Live" clId="Web-{C602D22C-BDF6-A132-BE62-AC41CDBF9D34}" dt="2025-11-25T16:45:08.841" v="2" actId="20577"/>
        <pc:sldMkLst>
          <pc:docMk/>
          <pc:sldMk cId="1792340559" sldId="347"/>
        </pc:sldMkLst>
        <pc:spChg chg="mod">
          <ac:chgData name="Guest User" userId="" providerId="Windows Live" clId="Web-{C602D22C-BDF6-A132-BE62-AC41CDBF9D34}" dt="2025-11-25T16:45:08.841" v="2" actId="20577"/>
          <ac:spMkLst>
            <pc:docMk/>
            <pc:sldMk cId="1792340559" sldId="347"/>
            <ac:spMk id="2" creationId="{13ED712B-B621-4F18-24CD-974D06D7E5B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11/30/2025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11/30/2025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hidayajazbi/Chicago-Crime.git" TargetMode="External"/><Relationship Id="rId2" Type="http://schemas.openxmlformats.org/officeDocument/2006/relationships/hyperlink" Target="https://www.kaggle.com/datasets/redlineracer/chicago-crime-2015-2020"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Chicago crime</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670628"/>
            <a:ext cx="12191997" cy="2577772"/>
          </a:xfrm>
        </p:spPr>
        <p:txBody>
          <a:bodyPr/>
          <a:lstStyle/>
          <a:p>
            <a:r>
              <a:rPr lang="en-US" dirty="0"/>
              <a:t>2015-2020</a:t>
            </a:r>
          </a:p>
          <a:p>
            <a:r>
              <a:rPr lang="en-US" sz="1600" dirty="0"/>
              <a:t>Hidaya Jazbi &amp; Mohammad albarabrah</a:t>
            </a: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D712B-B621-4F18-24CD-974D06D7E5B5}"/>
              </a:ext>
            </a:extLst>
          </p:cNvPr>
          <p:cNvSpPr>
            <a:spLocks noGrp="1"/>
          </p:cNvSpPr>
          <p:nvPr>
            <p:ph type="title"/>
          </p:nvPr>
        </p:nvSpPr>
        <p:spPr/>
        <p:txBody>
          <a:bodyPr/>
          <a:lstStyle/>
          <a:p>
            <a:endParaRPr lang="en-US" dirty="0">
              <a:solidFill>
                <a:srgbClr val="CCCCCC"/>
              </a:solidFill>
              <a:latin typeface="Consolas"/>
              <a:cs typeface="Biome"/>
            </a:endParaRPr>
          </a:p>
          <a:p>
            <a:endParaRPr lang="en-US" dirty="0"/>
          </a:p>
        </p:txBody>
      </p:sp>
      <p:sp>
        <p:nvSpPr>
          <p:cNvPr id="3" name="Table Placeholder 2">
            <a:extLst>
              <a:ext uri="{FF2B5EF4-FFF2-40B4-BE49-F238E27FC236}">
                <a16:creationId xmlns:a16="http://schemas.microsoft.com/office/drawing/2014/main" id="{BC985808-0D64-C380-BCE5-64F55C8CAC20}"/>
              </a:ext>
            </a:extLst>
          </p:cNvPr>
          <p:cNvSpPr>
            <a:spLocks noGrp="1"/>
          </p:cNvSpPr>
          <p:nvPr>
            <p:ph type="tbl" sz="quarter" idx="13"/>
          </p:nvPr>
        </p:nvSpPr>
        <p:spPr>
          <a:xfrm>
            <a:off x="835025" y="2362309"/>
            <a:ext cx="10515600" cy="3853992"/>
          </a:xfrm>
        </p:spPr>
        <p:txBody>
          <a:bodyPr/>
          <a:lstStyle/>
          <a:p>
            <a:r>
              <a:rPr lang="en-US" sz="2000" dirty="0">
                <a:ea typeface="+mn-lt"/>
                <a:cs typeface="+mn-lt"/>
              </a:rPr>
              <a:t>We analyzed the </a:t>
            </a:r>
            <a:r>
              <a:rPr lang="en-US" sz="2000" i="1" dirty="0">
                <a:ea typeface="+mn-lt"/>
                <a:cs typeface="+mn-lt"/>
              </a:rPr>
              <a:t>Chicago Violent Crime Dataset</a:t>
            </a:r>
            <a:r>
              <a:rPr lang="en-US" sz="2000" dirty="0">
                <a:ea typeface="+mn-lt"/>
                <a:cs typeface="+mn-lt"/>
              </a:rPr>
              <a:t> covering the years </a:t>
            </a:r>
            <a:r>
              <a:rPr lang="en-US" sz="2000" b="1" dirty="0">
                <a:ea typeface="+mn-lt"/>
                <a:cs typeface="+mn-lt"/>
              </a:rPr>
              <a:t>2015–2020</a:t>
            </a:r>
            <a:r>
              <a:rPr lang="en-US" sz="2000" dirty="0">
                <a:ea typeface="+mn-lt"/>
                <a:cs typeface="+mn-lt"/>
              </a:rPr>
              <a:t>, which includes detailed records of robbery, homicide, criminal sexual assault, and kidnapping. The dataset contains information such as the crime type, date, location, arrest status, and descriptive details.</a:t>
            </a:r>
            <a:endParaRPr lang="en-US" sz="2000"/>
          </a:p>
          <a:p>
            <a:r>
              <a:rPr lang="en-US" sz="2000" b="1" dirty="0">
                <a:cs typeface="Biome"/>
              </a:rPr>
              <a:t>Why We Chose This Dataset</a:t>
            </a:r>
            <a:endParaRPr lang="en-US" sz="2000">
              <a:cs typeface="Biome"/>
            </a:endParaRPr>
          </a:p>
          <a:p>
            <a:r>
              <a:rPr lang="en-US" sz="2000" dirty="0">
                <a:ea typeface="+mn-lt"/>
                <a:cs typeface="+mn-lt"/>
              </a:rPr>
              <a:t>We chose this dataset because violent crime is a major real-world issue, and analyzing it helps us understand how data can reveal important patterns that affect public safety. It also allowed us to practice data cleaning, grouping, visualization, and trend analysis using Python.</a:t>
            </a:r>
            <a:endParaRPr lang="en-US" sz="2000" dirty="0"/>
          </a:p>
        </p:txBody>
      </p:sp>
      <p:sp>
        <p:nvSpPr>
          <p:cNvPr id="4" name="Slide Number Placeholder 3">
            <a:extLst>
              <a:ext uri="{FF2B5EF4-FFF2-40B4-BE49-F238E27FC236}">
                <a16:creationId xmlns:a16="http://schemas.microsoft.com/office/drawing/2014/main" id="{C97879D1-6175-5ED3-2169-E7CE26A5B368}"/>
              </a:ext>
            </a:extLst>
          </p:cNvPr>
          <p:cNvSpPr>
            <a:spLocks noGrp="1"/>
          </p:cNvSpPr>
          <p:nvPr>
            <p:ph type="sldNum" sz="quarter" idx="12"/>
          </p:nvPr>
        </p:nvSpPr>
        <p:spPr/>
        <p:txBody>
          <a:bodyPr/>
          <a:lstStyle/>
          <a:p>
            <a:fld id="{FE024F78-56A6-7740-B68D-8D4D026EDF3F}" type="slidenum">
              <a:rPr lang="en-US" smtClean="0"/>
              <a:pPr/>
              <a:t>2</a:t>
            </a:fld>
            <a:endParaRPr lang="en-US" dirty="0"/>
          </a:p>
        </p:txBody>
      </p:sp>
      <p:sp>
        <p:nvSpPr>
          <p:cNvPr id="5" name="TextBox 4">
            <a:extLst>
              <a:ext uri="{FF2B5EF4-FFF2-40B4-BE49-F238E27FC236}">
                <a16:creationId xmlns:a16="http://schemas.microsoft.com/office/drawing/2014/main" id="{A1A4B372-0B1B-F665-6C0F-3150CC6FA8F3}"/>
              </a:ext>
            </a:extLst>
          </p:cNvPr>
          <p:cNvSpPr txBox="1"/>
          <p:nvPr/>
        </p:nvSpPr>
        <p:spPr>
          <a:xfrm>
            <a:off x="835068" y="1216068"/>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cap="all" dirty="0">
                <a:solidFill>
                  <a:srgbClr val="1CDFF5"/>
                </a:solidFill>
                <a:latin typeface="Biome"/>
                <a:cs typeface="Biome"/>
              </a:rPr>
              <a:t>Introduction </a:t>
            </a:r>
            <a:endParaRPr lang="en-US" dirty="0"/>
          </a:p>
          <a:p>
            <a:pPr algn="ctr"/>
            <a:endParaRPr lang="en-US"/>
          </a:p>
        </p:txBody>
      </p:sp>
    </p:spTree>
    <p:extLst>
      <p:ext uri="{BB962C8B-B14F-4D97-AF65-F5344CB8AC3E}">
        <p14:creationId xmlns:p14="http://schemas.microsoft.com/office/powerpoint/2010/main" val="1792340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683CB-25DE-E5AD-BB82-9F87097D0325}"/>
              </a:ext>
            </a:extLst>
          </p:cNvPr>
          <p:cNvSpPr>
            <a:spLocks noGrp="1"/>
          </p:cNvSpPr>
          <p:nvPr>
            <p:ph type="title"/>
          </p:nvPr>
        </p:nvSpPr>
        <p:spPr/>
        <p:txBody>
          <a:bodyPr/>
          <a:lstStyle/>
          <a:p>
            <a:r>
              <a:rPr lang="en-US" dirty="0">
                <a:ea typeface="+mj-lt"/>
                <a:cs typeface="+mj-lt"/>
              </a:rPr>
              <a:t>Dataset Summary</a:t>
            </a:r>
          </a:p>
        </p:txBody>
      </p:sp>
      <p:sp>
        <p:nvSpPr>
          <p:cNvPr id="3" name="Content Placeholder 2">
            <a:extLst>
              <a:ext uri="{FF2B5EF4-FFF2-40B4-BE49-F238E27FC236}">
                <a16:creationId xmlns:a16="http://schemas.microsoft.com/office/drawing/2014/main" id="{016A8FC3-0707-6B03-4A2D-4008DF5C36B7}"/>
              </a:ext>
            </a:extLst>
          </p:cNvPr>
          <p:cNvSpPr>
            <a:spLocks noGrp="1"/>
          </p:cNvSpPr>
          <p:nvPr>
            <p:ph sz="quarter" idx="31"/>
          </p:nvPr>
        </p:nvSpPr>
        <p:spPr/>
        <p:txBody>
          <a:bodyPr vert="horz" lIns="91440" tIns="45720" rIns="91440" bIns="45720" rtlCol="0" anchor="t">
            <a:noAutofit/>
          </a:bodyPr>
          <a:lstStyle/>
          <a:p>
            <a:r>
              <a:rPr lang="en-US" sz="2400" dirty="0">
                <a:ea typeface="+mn-lt"/>
                <a:cs typeface="+mn-lt"/>
              </a:rPr>
              <a:t>70,748 violent crime records (2015–2020)</a:t>
            </a:r>
            <a:endParaRPr lang="en-US" sz="2400" dirty="0"/>
          </a:p>
          <a:p>
            <a:r>
              <a:rPr lang="en-US" sz="2400" dirty="0">
                <a:ea typeface="+mn-lt"/>
                <a:cs typeface="+mn-lt"/>
              </a:rPr>
              <a:t>Columns: crime type, date, arrest, year, month, location, description</a:t>
            </a:r>
            <a:endParaRPr lang="en-US" sz="2400" dirty="0"/>
          </a:p>
          <a:p>
            <a:r>
              <a:rPr lang="en-US" sz="2400" dirty="0">
                <a:ea typeface="+mn-lt"/>
                <a:cs typeface="+mn-lt"/>
              </a:rPr>
              <a:t>Focus on 4 violent crimes</a:t>
            </a:r>
            <a:endParaRPr lang="en-US" sz="2400" dirty="0"/>
          </a:p>
          <a:p>
            <a:pPr marL="0" indent="0">
              <a:buNone/>
            </a:pPr>
            <a:r>
              <a:rPr lang="en-US" dirty="0">
                <a:ea typeface="+mn-lt"/>
                <a:cs typeface="+mn-lt"/>
              </a:rPr>
              <a:t>robbery, homicide, criminal sexual assault, and kidnapping</a:t>
            </a:r>
            <a:endParaRPr lang="en-US" dirty="0"/>
          </a:p>
          <a:p>
            <a:endParaRPr lang="en-US" dirty="0"/>
          </a:p>
        </p:txBody>
      </p:sp>
      <p:sp>
        <p:nvSpPr>
          <p:cNvPr id="4" name="Slide Number Placeholder 3">
            <a:extLst>
              <a:ext uri="{FF2B5EF4-FFF2-40B4-BE49-F238E27FC236}">
                <a16:creationId xmlns:a16="http://schemas.microsoft.com/office/drawing/2014/main" id="{125C45AA-BCD0-E300-2589-F0E721239CF0}"/>
              </a:ext>
            </a:extLst>
          </p:cNvPr>
          <p:cNvSpPr>
            <a:spLocks noGrp="1"/>
          </p:cNvSpPr>
          <p:nvPr>
            <p:ph type="sldNum" sz="quarter" idx="12"/>
          </p:nvPr>
        </p:nvSpPr>
        <p:spPr/>
        <p:txBody>
          <a:bodyPr/>
          <a:lstStyle/>
          <a:p>
            <a:fld id="{FE024F78-56A6-7740-B68D-8D4D026EDF3F}" type="slidenum">
              <a:rPr lang="en-US" smtClean="0"/>
              <a:pPr/>
              <a:t>3</a:t>
            </a:fld>
            <a:endParaRPr lang="en-US" dirty="0"/>
          </a:p>
        </p:txBody>
      </p:sp>
    </p:spTree>
    <p:extLst>
      <p:ext uri="{BB962C8B-B14F-4D97-AF65-F5344CB8AC3E}">
        <p14:creationId xmlns:p14="http://schemas.microsoft.com/office/powerpoint/2010/main" val="3639515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8E2E-399F-0DDA-BAD3-5FC39CB90A6D}"/>
              </a:ext>
            </a:extLst>
          </p:cNvPr>
          <p:cNvSpPr>
            <a:spLocks noGrp="1"/>
          </p:cNvSpPr>
          <p:nvPr>
            <p:ph type="title"/>
          </p:nvPr>
        </p:nvSpPr>
        <p:spPr/>
        <p:txBody>
          <a:bodyPr/>
          <a:lstStyle/>
          <a:p>
            <a:r>
              <a:rPr lang="en-US" sz="2800" b="1" dirty="0">
                <a:solidFill>
                  <a:srgbClr val="73EBF9"/>
                </a:solidFill>
                <a:latin typeface="Arial Nova"/>
                <a:cs typeface="Biome"/>
              </a:rPr>
              <a:t>Questions We Answered</a:t>
            </a:r>
            <a:endParaRPr lang="en-US" sz="2800" dirty="0" err="1"/>
          </a:p>
        </p:txBody>
      </p:sp>
      <p:sp>
        <p:nvSpPr>
          <p:cNvPr id="4" name="Slide Number Placeholder 3">
            <a:extLst>
              <a:ext uri="{FF2B5EF4-FFF2-40B4-BE49-F238E27FC236}">
                <a16:creationId xmlns:a16="http://schemas.microsoft.com/office/drawing/2014/main" id="{41CF4932-C7A4-0A26-3CDE-BEE68B22CCE4}"/>
              </a:ext>
            </a:extLst>
          </p:cNvPr>
          <p:cNvSpPr>
            <a:spLocks noGrp="1"/>
          </p:cNvSpPr>
          <p:nvPr>
            <p:ph type="sldNum" sz="quarter" idx="12"/>
          </p:nvPr>
        </p:nvSpPr>
        <p:spPr/>
        <p:txBody>
          <a:bodyPr/>
          <a:lstStyle/>
          <a:p>
            <a:fld id="{FE024F78-56A6-7740-B68D-8D4D026EDF3F}" type="slidenum">
              <a:rPr lang="en-US" smtClean="0"/>
              <a:pPr/>
              <a:t>4</a:t>
            </a:fld>
            <a:endParaRPr lang="en-US" dirty="0"/>
          </a:p>
        </p:txBody>
      </p:sp>
      <p:sp>
        <p:nvSpPr>
          <p:cNvPr id="7" name="TextBox 6">
            <a:extLst>
              <a:ext uri="{FF2B5EF4-FFF2-40B4-BE49-F238E27FC236}">
                <a16:creationId xmlns:a16="http://schemas.microsoft.com/office/drawing/2014/main" id="{1D57ECC4-42BA-1475-AD89-ED5FB35F5794}"/>
              </a:ext>
            </a:extLst>
          </p:cNvPr>
          <p:cNvSpPr txBox="1"/>
          <p:nvPr/>
        </p:nvSpPr>
        <p:spPr>
          <a:xfrm>
            <a:off x="594987" y="2312097"/>
            <a:ext cx="9446712"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400" baseline="0" dirty="0">
                <a:solidFill>
                  <a:srgbClr val="73EBF9"/>
                </a:solidFill>
                <a:latin typeface="Arial Nova"/>
                <a:ea typeface="Arial"/>
                <a:cs typeface="Arial"/>
              </a:rPr>
              <a:t>How has the total violent crime changed over 2015 to 2020?</a:t>
            </a:r>
            <a:endParaRPr lang="en-US" dirty="0"/>
          </a:p>
          <a:p>
            <a:pPr marL="285750" lvl="0" indent="-285750" rtl="0">
              <a:buFont typeface="Arial,Sans-Serif"/>
              <a:buChar char="•"/>
            </a:pPr>
            <a:endParaRPr lang="en-US" sz="2400" baseline="0" dirty="0">
              <a:solidFill>
                <a:srgbClr val="73EBF9"/>
              </a:solidFill>
              <a:latin typeface="Arial Nova"/>
              <a:ea typeface="Arial"/>
              <a:cs typeface="Arial"/>
            </a:endParaRPr>
          </a:p>
          <a:p>
            <a:pPr marL="285750" lvl="0" indent="-285750" rtl="0">
              <a:buFont typeface="Arial,Sans-Serif"/>
              <a:buChar char="•"/>
            </a:pPr>
            <a:r>
              <a:rPr lang="en-US" sz="2400" baseline="0" dirty="0">
                <a:solidFill>
                  <a:srgbClr val="73EBF9"/>
                </a:solidFill>
                <a:latin typeface="Arial Nova"/>
                <a:ea typeface="Arial"/>
                <a:cs typeface="Arial"/>
              </a:rPr>
              <a:t>What types of violent crime are most common?</a:t>
            </a:r>
            <a:r>
              <a:rPr lang="en-US" sz="2400" dirty="0">
                <a:latin typeface="Arial Nova"/>
                <a:ea typeface="Arial"/>
                <a:cs typeface="Arial"/>
              </a:rPr>
              <a:t>​</a:t>
            </a:r>
          </a:p>
          <a:p>
            <a:pPr marL="285750" indent="-285750">
              <a:buFont typeface="Arial,Sans-Serif"/>
              <a:buChar char="•"/>
            </a:pPr>
            <a:endParaRPr lang="en-US" sz="2400" dirty="0">
              <a:solidFill>
                <a:srgbClr val="000000"/>
              </a:solidFill>
              <a:latin typeface="Arial Nova"/>
              <a:ea typeface="Arial"/>
              <a:cs typeface="Arial"/>
            </a:endParaRPr>
          </a:p>
          <a:p>
            <a:pPr marL="285750" lvl="0" indent="-285750" rtl="0">
              <a:buFont typeface="Arial,Sans-Serif"/>
              <a:buChar char="•"/>
            </a:pPr>
            <a:r>
              <a:rPr lang="en-US" sz="2400" baseline="0" dirty="0">
                <a:solidFill>
                  <a:srgbClr val="73EBF9"/>
                </a:solidFill>
                <a:latin typeface="Arial Nova"/>
                <a:ea typeface="Arial"/>
                <a:cs typeface="Arial"/>
              </a:rPr>
              <a:t>How do arrest rates vary by crime type and by year?</a:t>
            </a:r>
            <a:r>
              <a:rPr lang="en-US" sz="2400" dirty="0">
                <a:latin typeface="Arial Nova"/>
                <a:ea typeface="Arial"/>
                <a:cs typeface="Arial"/>
              </a:rPr>
              <a:t>​</a:t>
            </a:r>
          </a:p>
          <a:p>
            <a:pPr marL="285750" indent="-285750">
              <a:buFont typeface="Arial,Sans-Serif"/>
              <a:buChar char="•"/>
            </a:pPr>
            <a:endParaRPr lang="en-US" sz="2400" dirty="0">
              <a:solidFill>
                <a:srgbClr val="000000"/>
              </a:solidFill>
              <a:latin typeface="Arial Nova"/>
              <a:ea typeface="Arial"/>
              <a:cs typeface="Arial"/>
            </a:endParaRPr>
          </a:p>
          <a:p>
            <a:pPr marL="285750" lvl="0" indent="-285750" rtl="0">
              <a:buFont typeface="Arial,Sans-Serif"/>
              <a:buChar char="•"/>
            </a:pPr>
            <a:r>
              <a:rPr lang="en-US" sz="2400" baseline="0" dirty="0">
                <a:solidFill>
                  <a:srgbClr val="73EBF9"/>
                </a:solidFill>
                <a:latin typeface="Arial Nova"/>
                <a:ea typeface="Arial"/>
                <a:cs typeface="Arial"/>
              </a:rPr>
              <a:t>Are there seasonal patterns in violent crime?</a:t>
            </a:r>
          </a:p>
          <a:p>
            <a:pPr algn="ctr"/>
            <a:endParaRPr lang="en-US" dirty="0"/>
          </a:p>
        </p:txBody>
      </p:sp>
    </p:spTree>
    <p:extLst>
      <p:ext uri="{BB962C8B-B14F-4D97-AF65-F5344CB8AC3E}">
        <p14:creationId xmlns:p14="http://schemas.microsoft.com/office/powerpoint/2010/main" val="90148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16B0A-FCA6-6878-D60F-605F94B39010}"/>
              </a:ext>
            </a:extLst>
          </p:cNvPr>
          <p:cNvSpPr>
            <a:spLocks noGrp="1"/>
          </p:cNvSpPr>
          <p:nvPr>
            <p:ph type="title"/>
          </p:nvPr>
        </p:nvSpPr>
        <p:spPr/>
        <p:txBody>
          <a:bodyPr/>
          <a:lstStyle/>
          <a:p>
            <a:r>
              <a:rPr lang="en-US" dirty="0">
                <a:ea typeface="+mj-lt"/>
                <a:cs typeface="+mj-lt"/>
              </a:rPr>
              <a:t>Crime Trends Over Time</a:t>
            </a:r>
            <a:endParaRPr lang="en-US" dirty="0"/>
          </a:p>
        </p:txBody>
      </p:sp>
      <p:pic>
        <p:nvPicPr>
          <p:cNvPr id="5" name="Content Placeholder 4" descr="A graph of blue bars&#10;&#10;AI-generated content may be incorrect.">
            <a:extLst>
              <a:ext uri="{FF2B5EF4-FFF2-40B4-BE49-F238E27FC236}">
                <a16:creationId xmlns:a16="http://schemas.microsoft.com/office/drawing/2014/main" id="{460291E7-4CA8-28FD-4B8E-C349BC201418}"/>
              </a:ext>
            </a:extLst>
          </p:cNvPr>
          <p:cNvPicPr>
            <a:picLocks noGrp="1" noChangeAspect="1"/>
          </p:cNvPicPr>
          <p:nvPr>
            <p:ph sz="quarter" idx="31"/>
          </p:nvPr>
        </p:nvPicPr>
        <p:blipFill>
          <a:blip r:embed="rId2"/>
          <a:stretch>
            <a:fillRect/>
          </a:stretch>
        </p:blipFill>
        <p:spPr>
          <a:xfrm>
            <a:off x="2580000" y="3012945"/>
            <a:ext cx="3559032" cy="2747636"/>
          </a:xfrm>
          <a:prstGeom prst="rect">
            <a:avLst/>
          </a:prstGeom>
        </p:spPr>
      </p:pic>
      <p:sp>
        <p:nvSpPr>
          <p:cNvPr id="4" name="Slide Number Placeholder 3">
            <a:extLst>
              <a:ext uri="{FF2B5EF4-FFF2-40B4-BE49-F238E27FC236}">
                <a16:creationId xmlns:a16="http://schemas.microsoft.com/office/drawing/2014/main" id="{670A3A47-C64D-5DC6-28A4-F500F0F8F963}"/>
              </a:ext>
            </a:extLst>
          </p:cNvPr>
          <p:cNvSpPr>
            <a:spLocks noGrp="1"/>
          </p:cNvSpPr>
          <p:nvPr>
            <p:ph type="sldNum" sz="quarter" idx="12"/>
          </p:nvPr>
        </p:nvSpPr>
        <p:spPr/>
        <p:txBody>
          <a:bodyPr/>
          <a:lstStyle/>
          <a:p>
            <a:fld id="{FE024F78-56A6-7740-B68D-8D4D026EDF3F}" type="slidenum">
              <a:rPr lang="en-US" smtClean="0"/>
              <a:pPr/>
              <a:t>5</a:t>
            </a:fld>
            <a:endParaRPr lang="en-US" dirty="0"/>
          </a:p>
        </p:txBody>
      </p:sp>
      <p:sp>
        <p:nvSpPr>
          <p:cNvPr id="8" name="TextBox 7">
            <a:extLst>
              <a:ext uri="{FF2B5EF4-FFF2-40B4-BE49-F238E27FC236}">
                <a16:creationId xmlns:a16="http://schemas.microsoft.com/office/drawing/2014/main" id="{22FDFD2F-9943-FBCB-DC58-D389EBCE1569}"/>
              </a:ext>
            </a:extLst>
          </p:cNvPr>
          <p:cNvSpPr txBox="1"/>
          <p:nvPr/>
        </p:nvSpPr>
        <p:spPr>
          <a:xfrm>
            <a:off x="2578274" y="5767192"/>
            <a:ext cx="295405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-Shows peak in 2016–2017</a:t>
            </a:r>
            <a:br>
              <a:rPr lang="en-US" dirty="0">
                <a:solidFill>
                  <a:schemeClr val="bg1"/>
                </a:solidFill>
              </a:rPr>
            </a:br>
            <a:r>
              <a:rPr lang="en-US" dirty="0">
                <a:solidFill>
                  <a:schemeClr val="bg1"/>
                </a:solidFill>
              </a:rPr>
              <a:t>-Significant drop by 2020</a:t>
            </a:r>
          </a:p>
          <a:p>
            <a:pPr algn="ctr"/>
            <a:endParaRPr lang="en-US"/>
          </a:p>
        </p:txBody>
      </p:sp>
      <p:pic>
        <p:nvPicPr>
          <p:cNvPr id="9" name="Picture 8" descr="A graph of blue bars&#10;&#10;AI-generated content may be incorrect.">
            <a:extLst>
              <a:ext uri="{FF2B5EF4-FFF2-40B4-BE49-F238E27FC236}">
                <a16:creationId xmlns:a16="http://schemas.microsoft.com/office/drawing/2014/main" id="{A0196AEF-CB58-21E4-0F07-DFFA781629EA}"/>
              </a:ext>
            </a:extLst>
          </p:cNvPr>
          <p:cNvPicPr>
            <a:picLocks noChangeAspect="1"/>
          </p:cNvPicPr>
          <p:nvPr/>
        </p:nvPicPr>
        <p:blipFill>
          <a:blip r:embed="rId3"/>
          <a:stretch>
            <a:fillRect/>
          </a:stretch>
        </p:blipFill>
        <p:spPr>
          <a:xfrm>
            <a:off x="7365173" y="3015707"/>
            <a:ext cx="3557652" cy="2747246"/>
          </a:xfrm>
          <a:prstGeom prst="rect">
            <a:avLst/>
          </a:prstGeom>
        </p:spPr>
      </p:pic>
      <p:sp>
        <p:nvSpPr>
          <p:cNvPr id="10" name="TextBox 9">
            <a:extLst>
              <a:ext uri="{FF2B5EF4-FFF2-40B4-BE49-F238E27FC236}">
                <a16:creationId xmlns:a16="http://schemas.microsoft.com/office/drawing/2014/main" id="{114AB88A-2FA0-976D-A243-7D2691462EE4}"/>
              </a:ext>
            </a:extLst>
          </p:cNvPr>
          <p:cNvSpPr txBox="1"/>
          <p:nvPr/>
        </p:nvSpPr>
        <p:spPr>
          <a:xfrm>
            <a:off x="6899753" y="5756753"/>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-Highest in 2015</a:t>
            </a:r>
            <a:br>
              <a:rPr lang="en-US" dirty="0">
                <a:solidFill>
                  <a:schemeClr val="bg1"/>
                </a:solidFill>
              </a:rPr>
            </a:br>
            <a:r>
              <a:rPr lang="en-US" dirty="0">
                <a:solidFill>
                  <a:schemeClr val="bg1"/>
                </a:solidFill>
              </a:rPr>
              <a:t>-Stable around ~9–10% after</a:t>
            </a:r>
          </a:p>
          <a:p>
            <a:pPr algn="ctr"/>
            <a:endParaRPr lang="en-US"/>
          </a:p>
        </p:txBody>
      </p:sp>
      <p:sp>
        <p:nvSpPr>
          <p:cNvPr id="3" name="TextBox 2">
            <a:extLst>
              <a:ext uri="{FF2B5EF4-FFF2-40B4-BE49-F238E27FC236}">
                <a16:creationId xmlns:a16="http://schemas.microsoft.com/office/drawing/2014/main" id="{680FAC24-8022-4FE0-81FC-ED9383476A5B}"/>
              </a:ext>
            </a:extLst>
          </p:cNvPr>
          <p:cNvSpPr txBox="1"/>
          <p:nvPr/>
        </p:nvSpPr>
        <p:spPr>
          <a:xfrm>
            <a:off x="2578274" y="1946753"/>
            <a:ext cx="444674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0" i="0" u="none" strike="noStrike" baseline="0">
                <a:solidFill>
                  <a:srgbClr val="73EBF9"/>
                </a:solidFill>
                <a:latin typeface="Arial Nova"/>
                <a:ea typeface="Arial Nova"/>
                <a:cs typeface="Arial Nova"/>
              </a:rPr>
              <a:t>How has the total violent crime changed over 2015 to 2020?</a:t>
            </a:r>
            <a:endParaRPr lang="en-US"/>
          </a:p>
          <a:p>
            <a:pPr algn="ctr"/>
            <a:endParaRPr lang="en-US"/>
          </a:p>
        </p:txBody>
      </p:sp>
      <p:sp>
        <p:nvSpPr>
          <p:cNvPr id="6" name="TextBox 5">
            <a:extLst>
              <a:ext uri="{FF2B5EF4-FFF2-40B4-BE49-F238E27FC236}">
                <a16:creationId xmlns:a16="http://schemas.microsoft.com/office/drawing/2014/main" id="{3EF645FE-4915-3072-48CB-CD4435EAC97C}"/>
              </a:ext>
            </a:extLst>
          </p:cNvPr>
          <p:cNvSpPr txBox="1"/>
          <p:nvPr/>
        </p:nvSpPr>
        <p:spPr>
          <a:xfrm>
            <a:off x="7369479" y="1946753"/>
            <a:ext cx="385175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solidFill>
                  <a:srgbClr val="73EBF9"/>
                </a:solidFill>
                <a:latin typeface="Arial Nova"/>
              </a:rPr>
              <a:t>How do arrest rates vary</a:t>
            </a:r>
            <a:r>
              <a:rPr lang="en-US" sz="2400" dirty="0">
                <a:solidFill>
                  <a:srgbClr val="73EBF9"/>
                </a:solidFill>
                <a:latin typeface="Arial Nova"/>
              </a:rPr>
              <a:t> </a:t>
            </a:r>
            <a:r>
              <a:rPr lang="en-US" sz="2400" baseline="0" dirty="0">
                <a:solidFill>
                  <a:srgbClr val="73EBF9"/>
                </a:solidFill>
                <a:latin typeface="Arial Nova"/>
              </a:rPr>
              <a:t>by year?</a:t>
            </a:r>
            <a:r>
              <a:rPr lang="en-US" sz="2400" baseline="0" dirty="0">
                <a:latin typeface="Arial Nova"/>
              </a:rPr>
              <a:t>​</a:t>
            </a:r>
            <a:endParaRPr lang="en-US" dirty="0"/>
          </a:p>
          <a:p>
            <a:pPr algn="ctr"/>
            <a:endParaRPr lang="en-US"/>
          </a:p>
        </p:txBody>
      </p:sp>
    </p:spTree>
    <p:extLst>
      <p:ext uri="{BB962C8B-B14F-4D97-AF65-F5344CB8AC3E}">
        <p14:creationId xmlns:p14="http://schemas.microsoft.com/office/powerpoint/2010/main" val="2412690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2F88-C173-1A49-4629-13C6A52CF192}"/>
              </a:ext>
            </a:extLst>
          </p:cNvPr>
          <p:cNvSpPr>
            <a:spLocks noGrp="1"/>
          </p:cNvSpPr>
          <p:nvPr>
            <p:ph type="title"/>
          </p:nvPr>
        </p:nvSpPr>
        <p:spPr/>
        <p:txBody>
          <a:bodyPr/>
          <a:lstStyle/>
          <a:p>
            <a:r>
              <a:rPr lang="en-US" dirty="0">
                <a:ea typeface="+mj-lt"/>
                <a:cs typeface="+mj-lt"/>
              </a:rPr>
              <a:t>Crime Types &amp; Arrest Rates</a:t>
            </a:r>
            <a:endParaRPr lang="en-US" dirty="0"/>
          </a:p>
        </p:txBody>
      </p:sp>
      <p:pic>
        <p:nvPicPr>
          <p:cNvPr id="5" name="Content Placeholder 4" descr="A graph of crime and crime&#10;&#10;AI-generated content may be incorrect.">
            <a:extLst>
              <a:ext uri="{FF2B5EF4-FFF2-40B4-BE49-F238E27FC236}">
                <a16:creationId xmlns:a16="http://schemas.microsoft.com/office/drawing/2014/main" id="{322EF0C1-AAA3-A781-E787-D8F952C37D4F}"/>
              </a:ext>
            </a:extLst>
          </p:cNvPr>
          <p:cNvPicPr>
            <a:picLocks noGrp="1" noChangeAspect="1"/>
          </p:cNvPicPr>
          <p:nvPr>
            <p:ph sz="quarter" idx="31"/>
          </p:nvPr>
        </p:nvPicPr>
        <p:blipFill>
          <a:blip r:embed="rId2"/>
          <a:stretch>
            <a:fillRect/>
          </a:stretch>
        </p:blipFill>
        <p:spPr>
          <a:xfrm>
            <a:off x="2710668" y="2960753"/>
            <a:ext cx="3172436" cy="2747636"/>
          </a:xfrm>
          <a:prstGeom prst="rect">
            <a:avLst/>
          </a:prstGeom>
        </p:spPr>
      </p:pic>
      <p:sp>
        <p:nvSpPr>
          <p:cNvPr id="4" name="Slide Number Placeholder 3">
            <a:extLst>
              <a:ext uri="{FF2B5EF4-FFF2-40B4-BE49-F238E27FC236}">
                <a16:creationId xmlns:a16="http://schemas.microsoft.com/office/drawing/2014/main" id="{B456DC26-05EF-DD68-5D1A-B7F0AF74F63A}"/>
              </a:ext>
            </a:extLst>
          </p:cNvPr>
          <p:cNvSpPr>
            <a:spLocks noGrp="1"/>
          </p:cNvSpPr>
          <p:nvPr>
            <p:ph type="sldNum" sz="quarter" idx="12"/>
          </p:nvPr>
        </p:nvSpPr>
        <p:spPr/>
        <p:txBody>
          <a:bodyPr/>
          <a:lstStyle/>
          <a:p>
            <a:fld id="{FE024F78-56A6-7740-B68D-8D4D026EDF3F}" type="slidenum">
              <a:rPr lang="en-US" smtClean="0"/>
              <a:pPr/>
              <a:t>6</a:t>
            </a:fld>
            <a:endParaRPr lang="en-US" dirty="0"/>
          </a:p>
        </p:txBody>
      </p:sp>
      <p:pic>
        <p:nvPicPr>
          <p:cNvPr id="6" name="Picture 5" descr="A graph of blue bars&#10;&#10;AI-generated content may be incorrect.">
            <a:extLst>
              <a:ext uri="{FF2B5EF4-FFF2-40B4-BE49-F238E27FC236}">
                <a16:creationId xmlns:a16="http://schemas.microsoft.com/office/drawing/2014/main" id="{E78E2DAB-33A8-8494-1039-5D743BC22B6C}"/>
              </a:ext>
            </a:extLst>
          </p:cNvPr>
          <p:cNvPicPr>
            <a:picLocks noChangeAspect="1"/>
          </p:cNvPicPr>
          <p:nvPr/>
        </p:nvPicPr>
        <p:blipFill>
          <a:blip r:embed="rId3"/>
          <a:stretch>
            <a:fillRect/>
          </a:stretch>
        </p:blipFill>
        <p:spPr>
          <a:xfrm>
            <a:off x="7866215" y="2905777"/>
            <a:ext cx="3171434" cy="2841842"/>
          </a:xfrm>
          <a:prstGeom prst="rect">
            <a:avLst/>
          </a:prstGeom>
        </p:spPr>
      </p:pic>
      <p:sp>
        <p:nvSpPr>
          <p:cNvPr id="7" name="TextBox 6">
            <a:extLst>
              <a:ext uri="{FF2B5EF4-FFF2-40B4-BE49-F238E27FC236}">
                <a16:creationId xmlns:a16="http://schemas.microsoft.com/office/drawing/2014/main" id="{EFC81027-789D-AF9A-BF78-DC5A7972DFBD}"/>
              </a:ext>
            </a:extLst>
          </p:cNvPr>
          <p:cNvSpPr txBox="1"/>
          <p:nvPr/>
        </p:nvSpPr>
        <p:spPr>
          <a:xfrm>
            <a:off x="2515643" y="5808946"/>
            <a:ext cx="44049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 Robbery overwhelmingly most common</a:t>
            </a:r>
            <a:br>
              <a:rPr lang="en-US" dirty="0">
                <a:solidFill>
                  <a:schemeClr val="bg1"/>
                </a:solidFill>
              </a:rPr>
            </a:br>
            <a:r>
              <a:rPr lang="en-US" dirty="0">
                <a:solidFill>
                  <a:schemeClr val="bg1"/>
                </a:solidFill>
              </a:rPr>
              <a:t>– Sexual assault, homicide, and kidnapping much lower</a:t>
            </a:r>
          </a:p>
          <a:p>
            <a:pPr algn="ctr"/>
            <a:endParaRPr lang="en-US"/>
          </a:p>
        </p:txBody>
      </p:sp>
      <p:sp>
        <p:nvSpPr>
          <p:cNvPr id="8" name="TextBox 7">
            <a:extLst>
              <a:ext uri="{FF2B5EF4-FFF2-40B4-BE49-F238E27FC236}">
                <a16:creationId xmlns:a16="http://schemas.microsoft.com/office/drawing/2014/main" id="{AD2BB03C-3608-4CA4-BDEB-4817702D3B8B}"/>
              </a:ext>
            </a:extLst>
          </p:cNvPr>
          <p:cNvSpPr txBox="1"/>
          <p:nvPr/>
        </p:nvSpPr>
        <p:spPr>
          <a:xfrm>
            <a:off x="7306850" y="5808946"/>
            <a:ext cx="427972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 Homicide has the highest arrest rate (~36%)</a:t>
            </a:r>
            <a:br>
              <a:rPr lang="en-US" dirty="0">
                <a:solidFill>
                  <a:schemeClr val="bg1"/>
                </a:solidFill>
              </a:rPr>
            </a:br>
            <a:r>
              <a:rPr lang="en-US" dirty="0">
                <a:solidFill>
                  <a:schemeClr val="bg1"/>
                </a:solidFill>
              </a:rPr>
              <a:t>– Other crimes between 7–9%</a:t>
            </a:r>
          </a:p>
          <a:p>
            <a:pPr algn="ctr"/>
            <a:endParaRPr lang="en-US"/>
          </a:p>
        </p:txBody>
      </p:sp>
      <p:sp>
        <p:nvSpPr>
          <p:cNvPr id="3" name="TextBox 2">
            <a:extLst>
              <a:ext uri="{FF2B5EF4-FFF2-40B4-BE49-F238E27FC236}">
                <a16:creationId xmlns:a16="http://schemas.microsoft.com/office/drawing/2014/main" id="{6BB54416-ABF9-564D-1222-733F1E005BA8}"/>
              </a:ext>
            </a:extLst>
          </p:cNvPr>
          <p:cNvSpPr txBox="1"/>
          <p:nvPr/>
        </p:nvSpPr>
        <p:spPr>
          <a:xfrm>
            <a:off x="2515644" y="2072014"/>
            <a:ext cx="3893508"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a:solidFill>
                  <a:srgbClr val="73EBF9"/>
                </a:solidFill>
                <a:latin typeface="Arial Nova"/>
              </a:rPr>
              <a:t>What types of violent crime are most common?</a:t>
            </a:r>
            <a:r>
              <a:rPr lang="en-US" sz="2400" baseline="0">
                <a:latin typeface="Arial Nova"/>
              </a:rPr>
              <a:t>​</a:t>
            </a:r>
            <a:endParaRPr lang="en-US"/>
          </a:p>
          <a:p>
            <a:pPr algn="ctr"/>
            <a:endParaRPr lang="en-US"/>
          </a:p>
        </p:txBody>
      </p:sp>
      <p:sp>
        <p:nvSpPr>
          <p:cNvPr id="9" name="TextBox 8">
            <a:extLst>
              <a:ext uri="{FF2B5EF4-FFF2-40B4-BE49-F238E27FC236}">
                <a16:creationId xmlns:a16="http://schemas.microsoft.com/office/drawing/2014/main" id="{DDAC8861-394E-0D01-004C-2D83B3C375D6}"/>
              </a:ext>
            </a:extLst>
          </p:cNvPr>
          <p:cNvSpPr txBox="1"/>
          <p:nvPr/>
        </p:nvSpPr>
        <p:spPr>
          <a:xfrm>
            <a:off x="7484302" y="2072014"/>
            <a:ext cx="440498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solidFill>
                  <a:srgbClr val="73EBF9"/>
                </a:solidFill>
                <a:latin typeface="Arial Nova"/>
              </a:rPr>
              <a:t>How do arrest rates vary by crime type</a:t>
            </a:r>
            <a:r>
              <a:rPr lang="en-US" sz="2400" dirty="0">
                <a:solidFill>
                  <a:srgbClr val="73EBF9"/>
                </a:solidFill>
                <a:latin typeface="Arial Nova"/>
              </a:rPr>
              <a:t>?</a:t>
            </a:r>
            <a:endParaRPr lang="en-US" dirty="0"/>
          </a:p>
          <a:p>
            <a:pPr algn="ctr"/>
            <a:endParaRPr lang="en-US"/>
          </a:p>
        </p:txBody>
      </p:sp>
    </p:spTree>
    <p:extLst>
      <p:ext uri="{BB962C8B-B14F-4D97-AF65-F5344CB8AC3E}">
        <p14:creationId xmlns:p14="http://schemas.microsoft.com/office/powerpoint/2010/main" val="4042399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59EB-DAF2-C4E5-2BA0-64400A14FB20}"/>
              </a:ext>
            </a:extLst>
          </p:cNvPr>
          <p:cNvSpPr>
            <a:spLocks noGrp="1"/>
          </p:cNvSpPr>
          <p:nvPr>
            <p:ph type="title"/>
          </p:nvPr>
        </p:nvSpPr>
        <p:spPr/>
        <p:txBody>
          <a:bodyPr/>
          <a:lstStyle/>
          <a:p>
            <a:r>
              <a:rPr lang="en-US" dirty="0">
                <a:ea typeface="+mj-lt"/>
                <a:cs typeface="+mj-lt"/>
              </a:rPr>
              <a:t>Seasonal Patterns</a:t>
            </a:r>
            <a:endParaRPr lang="en-US" dirty="0"/>
          </a:p>
        </p:txBody>
      </p:sp>
      <p:pic>
        <p:nvPicPr>
          <p:cNvPr id="5" name="Content Placeholder 4" descr="A graph of blue bars&#10;&#10;AI-generated content may be incorrect.">
            <a:extLst>
              <a:ext uri="{FF2B5EF4-FFF2-40B4-BE49-F238E27FC236}">
                <a16:creationId xmlns:a16="http://schemas.microsoft.com/office/drawing/2014/main" id="{13CB7E33-41EA-7696-EA64-C5CCCCCA9928}"/>
              </a:ext>
            </a:extLst>
          </p:cNvPr>
          <p:cNvPicPr>
            <a:picLocks noGrp="1" noChangeAspect="1"/>
          </p:cNvPicPr>
          <p:nvPr>
            <p:ph sz="quarter" idx="31"/>
          </p:nvPr>
        </p:nvPicPr>
        <p:blipFill>
          <a:blip r:embed="rId2"/>
          <a:stretch>
            <a:fillRect/>
          </a:stretch>
        </p:blipFill>
        <p:spPr>
          <a:xfrm>
            <a:off x="3044336" y="2814615"/>
            <a:ext cx="3809896" cy="3019033"/>
          </a:xfrm>
          <a:prstGeom prst="rect">
            <a:avLst/>
          </a:prstGeom>
        </p:spPr>
      </p:pic>
      <p:sp>
        <p:nvSpPr>
          <p:cNvPr id="4" name="Slide Number Placeholder 3">
            <a:extLst>
              <a:ext uri="{FF2B5EF4-FFF2-40B4-BE49-F238E27FC236}">
                <a16:creationId xmlns:a16="http://schemas.microsoft.com/office/drawing/2014/main" id="{44092EC9-5C67-7F2C-11A3-56D90F70021F}"/>
              </a:ext>
            </a:extLst>
          </p:cNvPr>
          <p:cNvSpPr>
            <a:spLocks noGrp="1"/>
          </p:cNvSpPr>
          <p:nvPr>
            <p:ph type="sldNum" sz="quarter" idx="12"/>
          </p:nvPr>
        </p:nvSpPr>
        <p:spPr/>
        <p:txBody>
          <a:bodyPr/>
          <a:lstStyle/>
          <a:p>
            <a:fld id="{FE024F78-56A6-7740-B68D-8D4D026EDF3F}" type="slidenum">
              <a:rPr lang="en-US" smtClean="0"/>
              <a:pPr/>
              <a:t>7</a:t>
            </a:fld>
            <a:endParaRPr lang="en-US" dirty="0"/>
          </a:p>
        </p:txBody>
      </p:sp>
      <p:sp>
        <p:nvSpPr>
          <p:cNvPr id="6" name="TextBox 5">
            <a:extLst>
              <a:ext uri="{FF2B5EF4-FFF2-40B4-BE49-F238E27FC236}">
                <a16:creationId xmlns:a16="http://schemas.microsoft.com/office/drawing/2014/main" id="{6EDCA4DB-0FB1-9BE3-7E74-87E4611EC982}"/>
              </a:ext>
            </a:extLst>
          </p:cNvPr>
          <p:cNvSpPr txBox="1"/>
          <p:nvPr/>
        </p:nvSpPr>
        <p:spPr>
          <a:xfrm>
            <a:off x="3308959" y="5934206"/>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rPr>
              <a:t>– Crime lowest Feb–Apr</a:t>
            </a:r>
            <a:br>
              <a:rPr lang="en-US" dirty="0">
                <a:solidFill>
                  <a:schemeClr val="bg1"/>
                </a:solidFill>
              </a:rPr>
            </a:br>
            <a:r>
              <a:rPr lang="en-US" dirty="0">
                <a:solidFill>
                  <a:schemeClr val="bg1"/>
                </a:solidFill>
              </a:rPr>
              <a:t>– Crime peaks July–August</a:t>
            </a:r>
          </a:p>
          <a:p>
            <a:pPr algn="ctr"/>
            <a:endParaRPr lang="en-US"/>
          </a:p>
        </p:txBody>
      </p:sp>
      <p:sp>
        <p:nvSpPr>
          <p:cNvPr id="3" name="TextBox 2">
            <a:extLst>
              <a:ext uri="{FF2B5EF4-FFF2-40B4-BE49-F238E27FC236}">
                <a16:creationId xmlns:a16="http://schemas.microsoft.com/office/drawing/2014/main" id="{79E0A46A-1CAC-8496-B91A-B560E945B639}"/>
              </a:ext>
            </a:extLst>
          </p:cNvPr>
          <p:cNvSpPr txBox="1"/>
          <p:nvPr/>
        </p:nvSpPr>
        <p:spPr>
          <a:xfrm>
            <a:off x="2787041" y="1998945"/>
            <a:ext cx="6096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dirty="0">
                <a:solidFill>
                  <a:srgbClr val="73EBF9"/>
                </a:solidFill>
                <a:latin typeface="Arial Nova"/>
              </a:rPr>
              <a:t>Are there seasonal patterns in violent crime?</a:t>
            </a:r>
            <a:endParaRPr lang="en-US" dirty="0">
              <a:solidFill>
                <a:srgbClr val="73EBF9"/>
              </a:solidFill>
            </a:endParaRPr>
          </a:p>
          <a:p>
            <a:pPr algn="ctr"/>
            <a:endParaRPr lang="en-US"/>
          </a:p>
        </p:txBody>
      </p:sp>
    </p:spTree>
    <p:extLst>
      <p:ext uri="{BB962C8B-B14F-4D97-AF65-F5344CB8AC3E}">
        <p14:creationId xmlns:p14="http://schemas.microsoft.com/office/powerpoint/2010/main" val="2639834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9BD633A5-79A3-D723-C3C6-C53F5A27BD44}"/>
              </a:ext>
            </a:extLst>
          </p:cNvPr>
          <p:cNvPicPr>
            <a:picLocks noGrp="1" noChangeAspect="1"/>
          </p:cNvPicPr>
          <p:nvPr>
            <p:ph sz="quarter" idx="31"/>
          </p:nvPr>
        </p:nvPicPr>
        <p:blipFill>
          <a:blip r:embed="rId2"/>
          <a:stretch>
            <a:fillRect/>
          </a:stretch>
        </p:blipFill>
        <p:spPr>
          <a:xfrm>
            <a:off x="2220080" y="238767"/>
            <a:ext cx="5750682" cy="1584127"/>
          </a:xfrm>
          <a:prstGeom prst="rect">
            <a:avLst/>
          </a:prstGeom>
        </p:spPr>
      </p:pic>
      <p:sp>
        <p:nvSpPr>
          <p:cNvPr id="4" name="Slide Number Placeholder 3">
            <a:extLst>
              <a:ext uri="{FF2B5EF4-FFF2-40B4-BE49-F238E27FC236}">
                <a16:creationId xmlns:a16="http://schemas.microsoft.com/office/drawing/2014/main" id="{1D7C7F26-6D52-D512-D6C2-4939D8E38690}"/>
              </a:ext>
            </a:extLst>
          </p:cNvPr>
          <p:cNvSpPr>
            <a:spLocks noGrp="1"/>
          </p:cNvSpPr>
          <p:nvPr>
            <p:ph type="sldNum" sz="quarter" idx="12"/>
          </p:nvPr>
        </p:nvSpPr>
        <p:spPr/>
        <p:txBody>
          <a:bodyPr/>
          <a:lstStyle/>
          <a:p>
            <a:fld id="{FE024F78-56A6-7740-B68D-8D4D026EDF3F}" type="slidenum">
              <a:rPr lang="en-US" smtClean="0"/>
              <a:pPr/>
              <a:t>8</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4751B828-3773-A895-79F6-4DB2F21CCB3C}"/>
              </a:ext>
            </a:extLst>
          </p:cNvPr>
          <p:cNvPicPr>
            <a:picLocks noChangeAspect="1"/>
          </p:cNvPicPr>
          <p:nvPr/>
        </p:nvPicPr>
        <p:blipFill>
          <a:blip r:embed="rId3"/>
          <a:stretch>
            <a:fillRect/>
          </a:stretch>
        </p:blipFill>
        <p:spPr>
          <a:xfrm>
            <a:off x="2473890" y="2550067"/>
            <a:ext cx="5240056" cy="1716117"/>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7DE14685-96DE-BD0B-4EA4-1DDEE96B1BAB}"/>
              </a:ext>
            </a:extLst>
          </p:cNvPr>
          <p:cNvPicPr>
            <a:picLocks noChangeAspect="1"/>
          </p:cNvPicPr>
          <p:nvPr/>
        </p:nvPicPr>
        <p:blipFill>
          <a:blip r:embed="rId4"/>
          <a:stretch>
            <a:fillRect/>
          </a:stretch>
        </p:blipFill>
        <p:spPr>
          <a:xfrm>
            <a:off x="2411259" y="4991493"/>
            <a:ext cx="5031289" cy="1593152"/>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F0CF5B47-2E2D-6ADC-8DDF-24582092BE83}"/>
              </a:ext>
            </a:extLst>
          </p:cNvPr>
          <p:cNvPicPr>
            <a:picLocks noChangeAspect="1"/>
          </p:cNvPicPr>
          <p:nvPr/>
        </p:nvPicPr>
        <p:blipFill>
          <a:blip r:embed="rId5"/>
          <a:stretch>
            <a:fillRect/>
          </a:stretch>
        </p:blipFill>
        <p:spPr>
          <a:xfrm>
            <a:off x="7150274" y="3556084"/>
            <a:ext cx="5041729" cy="1447286"/>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03D0A5E9-5C29-E61A-37E9-5D624FEAA205}"/>
              </a:ext>
            </a:extLst>
          </p:cNvPr>
          <p:cNvPicPr>
            <a:picLocks noChangeAspect="1"/>
          </p:cNvPicPr>
          <p:nvPr/>
        </p:nvPicPr>
        <p:blipFill>
          <a:blip r:embed="rId6"/>
          <a:stretch>
            <a:fillRect/>
          </a:stretch>
        </p:blipFill>
        <p:spPr>
          <a:xfrm>
            <a:off x="7715968" y="1314908"/>
            <a:ext cx="4369628" cy="1733420"/>
          </a:xfrm>
          <a:prstGeom prst="rect">
            <a:avLst/>
          </a:prstGeom>
        </p:spPr>
      </p:pic>
    </p:spTree>
    <p:extLst>
      <p:ext uri="{BB962C8B-B14F-4D97-AF65-F5344CB8AC3E}">
        <p14:creationId xmlns:p14="http://schemas.microsoft.com/office/powerpoint/2010/main" val="3839488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080C2-5BD1-B54B-A494-1D5ECE2106A1}"/>
              </a:ext>
            </a:extLst>
          </p:cNvPr>
          <p:cNvSpPr>
            <a:spLocks noGrp="1"/>
          </p:cNvSpPr>
          <p:nvPr>
            <p:ph type="title"/>
          </p:nvPr>
        </p:nvSpPr>
        <p:spPr/>
        <p:txBody>
          <a:bodyPr/>
          <a:lstStyle/>
          <a:p>
            <a:r>
              <a:rPr lang="en-US" dirty="0">
                <a:cs typeface="Biome"/>
              </a:rPr>
              <a:t>Conclusion</a:t>
            </a:r>
            <a:endParaRPr lang="en-US" dirty="0"/>
          </a:p>
        </p:txBody>
      </p:sp>
      <p:sp>
        <p:nvSpPr>
          <p:cNvPr id="3" name="Content Placeholder 2">
            <a:extLst>
              <a:ext uri="{FF2B5EF4-FFF2-40B4-BE49-F238E27FC236}">
                <a16:creationId xmlns:a16="http://schemas.microsoft.com/office/drawing/2014/main" id="{452B4896-C188-FB46-DE01-D41FA08D0952}"/>
              </a:ext>
            </a:extLst>
          </p:cNvPr>
          <p:cNvSpPr>
            <a:spLocks noGrp="1"/>
          </p:cNvSpPr>
          <p:nvPr>
            <p:ph sz="quarter" idx="31"/>
          </p:nvPr>
        </p:nvSpPr>
        <p:spPr/>
        <p:txBody>
          <a:bodyPr vert="horz" lIns="91440" tIns="45720" rIns="91440" bIns="45720" rtlCol="0" anchor="t">
            <a:noAutofit/>
          </a:bodyPr>
          <a:lstStyle/>
          <a:p>
            <a:r>
              <a:rPr lang="en-US" dirty="0">
                <a:ea typeface="+mn-lt"/>
                <a:cs typeface="+mn-lt"/>
              </a:rPr>
              <a:t>Through this project, we explored the Chicago violent crime dataset by cleaning the data, extracting key variables, and using Python to calculate totals, arrest rates, and monthly/annual patterns. By creating bar charts and analyzing trends, we were able to turn raw data into meaningful insights about how violent crime changes over time, which crime types are most common, and when crime is most likely to occur. This process showed how data analysis can reveal patterns that are not visible just by looking at numbers in a table.</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B6BE3148-BB89-8B29-B286-3880F4921ED5}"/>
              </a:ext>
            </a:extLst>
          </p:cNvPr>
          <p:cNvSpPr>
            <a:spLocks noGrp="1"/>
          </p:cNvSpPr>
          <p:nvPr>
            <p:ph type="sldNum" sz="quarter" idx="12"/>
          </p:nvPr>
        </p:nvSpPr>
        <p:spPr/>
        <p:txBody>
          <a:bodyPr/>
          <a:lstStyle/>
          <a:p>
            <a:fld id="{FE024F78-56A6-7740-B68D-8D4D026EDF3F}" type="slidenum">
              <a:rPr lang="en-US" smtClean="0"/>
              <a:pPr/>
              <a:t>9</a:t>
            </a:fld>
            <a:endParaRPr lang="en-US" dirty="0"/>
          </a:p>
        </p:txBody>
      </p:sp>
    </p:spTree>
    <p:extLst>
      <p:ext uri="{BB962C8B-B14F-4D97-AF65-F5344CB8AC3E}">
        <p14:creationId xmlns:p14="http://schemas.microsoft.com/office/powerpoint/2010/main" val="3330371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44EE6-1C12-E8F6-5939-94E33D4BAB0C}"/>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A4889AA-D09D-68E1-DDFE-6BD9217F996B}"/>
              </a:ext>
            </a:extLst>
          </p:cNvPr>
          <p:cNvSpPr>
            <a:spLocks noGrp="1"/>
          </p:cNvSpPr>
          <p:nvPr>
            <p:ph sz="quarter" idx="31"/>
          </p:nvPr>
        </p:nvSpPr>
        <p:spPr/>
        <p:txBody>
          <a:bodyPr/>
          <a:lstStyle/>
          <a:p>
            <a:pPr marL="0" indent="0">
              <a:buNone/>
            </a:pPr>
            <a:r>
              <a:rPr lang="en-US" b="1" dirty="0"/>
              <a:t>Dataset Link: </a:t>
            </a:r>
            <a:r>
              <a:rPr lang="en-US" dirty="0">
                <a:hlinkClick r:id="rId2"/>
              </a:rPr>
              <a:t>https://www.kaggle.com/datasets/redlineracer/chicago-crime-2015-2020</a:t>
            </a:r>
            <a:endParaRPr lang="en-US" dirty="0"/>
          </a:p>
          <a:p>
            <a:pPr marL="0" indent="0">
              <a:buNone/>
            </a:pPr>
            <a:r>
              <a:rPr lang="en-US" b="1" dirty="0"/>
              <a:t>GitHub Repository Link: </a:t>
            </a:r>
            <a:r>
              <a:rPr lang="en-US" dirty="0">
                <a:hlinkClick r:id="rId3"/>
              </a:rPr>
              <a:t>https://github.com/hidayajazbi/Chicago-Crime.git</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657C359D-4295-68D0-C751-3F57899A2D2C}"/>
              </a:ext>
            </a:extLst>
          </p:cNvPr>
          <p:cNvSpPr>
            <a:spLocks noGrp="1"/>
          </p:cNvSpPr>
          <p:nvPr>
            <p:ph type="sldNum" sz="quarter" idx="12"/>
          </p:nvPr>
        </p:nvSpPr>
        <p:spPr/>
        <p:txBody>
          <a:bodyPr/>
          <a:lstStyle/>
          <a:p>
            <a:fld id="{FE024F78-56A6-7740-B68D-8D4D026EDF3F}" type="slidenum">
              <a:rPr lang="en-US" smtClean="0"/>
              <a:pPr/>
              <a:t>10</a:t>
            </a:fld>
            <a:endParaRPr lang="en-US" dirty="0"/>
          </a:p>
        </p:txBody>
      </p:sp>
    </p:spTree>
    <p:extLst>
      <p:ext uri="{BB962C8B-B14F-4D97-AF65-F5344CB8AC3E}">
        <p14:creationId xmlns:p14="http://schemas.microsoft.com/office/powerpoint/2010/main" val="2954393124"/>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{6D8B1B94-0AC9-4569-8374-B7B6EB681BFE}TFe8699e8e-689b-4d7e-abcf-e888fd749829db3118dc_win32-d573b439b56f</Template>
  <TotalTime>82</TotalTime>
  <Words>469</Words>
  <Application>Microsoft Office PowerPoint</Application>
  <PresentationFormat>Widescreen</PresentationFormat>
  <Paragraphs>48</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Nova</vt:lpstr>
      <vt:lpstr>Arial,Sans-Serif</vt:lpstr>
      <vt:lpstr>Biome</vt:lpstr>
      <vt:lpstr>Calibri</vt:lpstr>
      <vt:lpstr>Consolas</vt:lpstr>
      <vt:lpstr>Custom</vt:lpstr>
      <vt:lpstr>Chicago crime</vt:lpstr>
      <vt:lpstr> </vt:lpstr>
      <vt:lpstr>Dataset Summary</vt:lpstr>
      <vt:lpstr>Questions We Answered</vt:lpstr>
      <vt:lpstr>Crime Trends Over Time</vt:lpstr>
      <vt:lpstr>Crime Types &amp; Arrest Rates</vt:lpstr>
      <vt:lpstr>Seasonal Patterns</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Hidaya Jazbi</dc:creator>
  <cp:lastModifiedBy>Hidaya Jazbi</cp:lastModifiedBy>
  <cp:revision>203</cp:revision>
  <dcterms:created xsi:type="dcterms:W3CDTF">2025-11-25T16:38:36Z</dcterms:created>
  <dcterms:modified xsi:type="dcterms:W3CDTF">2025-12-01T02:44:15Z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